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2160000" y="4068000"/>
            <a:ext cx="3529440" cy="259128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(n = 167,178)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Gender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Age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Ethnicity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Education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Occupation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Urban/Rural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Residence level of deprivation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2160000" y="1656000"/>
            <a:ext cx="3524760" cy="197964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IMD LA areas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(n = 2,931)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Cycle tracks (off-road)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Cycle lanes (on-road)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Quietness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Density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Hilliness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7164000" y="1675440"/>
            <a:ext cx="2951640" cy="1994400"/>
          </a:xfrm>
          <a:prstGeom prst="ellipse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participation</a:t>
            </a:r>
            <a:endParaRPr b="0" lang="en-GB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Total cycling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Leisure cycling</a:t>
            </a:r>
            <a:endParaRPr b="0" lang="en-GB" sz="1600" spc="-1" strike="noStrike">
              <a:latin typeface="Arial"/>
            </a:endParaRPr>
          </a:p>
          <a:p>
            <a:pPr marL="285840" indent="-2822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Utility cycling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 rot="17604600">
            <a:off x="5242320" y="4209120"/>
            <a:ext cx="2260080" cy="509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5684760" y="720000"/>
            <a:ext cx="1369080" cy="10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2160000" y="225720"/>
            <a:ext cx="3524400" cy="99612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Local Authorities</a:t>
            </a:r>
            <a:r>
              <a:rPr b="0" lang="en-GB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(n = 326)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 rot="17604600">
            <a:off x="6001560" y="2212920"/>
            <a:ext cx="446040" cy="98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3" name="CustomShape 9"/>
          <p:cNvSpPr/>
          <p:nvPr/>
        </p:nvSpPr>
        <p:spPr>
          <a:xfrm flipV="1" rot="16200600">
            <a:off x="3782880" y="1473120"/>
            <a:ext cx="365040" cy="6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flipV="1" rot="16200600">
            <a:off x="3774240" y="3885120"/>
            <a:ext cx="365040" cy="6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40400" cy="23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30160" cy="189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40400" cy="23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2116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2116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2116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2116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40400" cy="23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47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2020-01-15T14:34:45Z</dcterms:modified>
  <cp:revision>22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