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_rels/slideLayout119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4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6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12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13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3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4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609480" y="2595240"/>
            <a:ext cx="3532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60948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180396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2998440" y="160452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 type="body"/>
          </p:nvPr>
        </p:nvSpPr>
        <p:spPr>
          <a:xfrm>
            <a:off x="60948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 type="body"/>
          </p:nvPr>
        </p:nvSpPr>
        <p:spPr>
          <a:xfrm>
            <a:off x="180396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7" name="PlaceHolder 7"/>
          <p:cNvSpPr>
            <a:spLocks noGrp="1"/>
          </p:cNvSpPr>
          <p:nvPr>
            <p:ph type="body"/>
          </p:nvPr>
        </p:nvSpPr>
        <p:spPr>
          <a:xfrm>
            <a:off x="2998440" y="2595240"/>
            <a:ext cx="1137240" cy="90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6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6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Line 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2"/>
          <p:cNvSpPr/>
          <p:nvPr/>
        </p:nvSpPr>
        <p:spPr>
          <a:xfrm>
            <a:off x="4752000" y="360000"/>
            <a:ext cx="3523320" cy="995040"/>
          </a:xfrm>
          <a:prstGeom prst="rect">
            <a:avLst/>
          </a:prstGeom>
          <a:noFill/>
          <a:ln w="648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400" name="CustomShape 3"/>
          <p:cNvSpPr/>
          <p:nvPr/>
        </p:nvSpPr>
        <p:spPr>
          <a:xfrm>
            <a:off x="3204000" y="936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Cycling use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401" name="CustomShape 4"/>
          <p:cNvSpPr/>
          <p:nvPr/>
        </p:nvSpPr>
        <p:spPr>
          <a:xfrm>
            <a:off x="1764000" y="170568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Leisure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402" name="CustomShape 5"/>
          <p:cNvSpPr/>
          <p:nvPr/>
        </p:nvSpPr>
        <p:spPr>
          <a:xfrm>
            <a:off x="5184000" y="169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CustomShape 6"/>
          <p:cNvSpPr/>
          <p:nvPr/>
        </p:nvSpPr>
        <p:spPr>
          <a:xfrm>
            <a:off x="1584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f58220"/>
                </a:solidFill>
                <a:latin typeface="Arial"/>
                <a:ea typeface="DejaVu Sans"/>
              </a:rPr>
              <a:t>Non-disad.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404" name="Line 7"/>
          <p:cNvSpPr/>
          <p:nvPr/>
        </p:nvSpPr>
        <p:spPr>
          <a:xfrm>
            <a:off x="2196000" y="208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Line 8"/>
          <p:cNvSpPr/>
          <p:nvPr/>
        </p:nvSpPr>
        <p:spPr>
          <a:xfrm>
            <a:off x="2232000" y="1494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Line 9"/>
          <p:cNvSpPr/>
          <p:nvPr/>
        </p:nvSpPr>
        <p:spPr>
          <a:xfrm>
            <a:off x="2232000" y="1494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Line 10"/>
          <p:cNvSpPr/>
          <p:nvPr/>
        </p:nvSpPr>
        <p:spPr>
          <a:xfrm>
            <a:off x="3924000" y="1332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Line 11"/>
          <p:cNvSpPr/>
          <p:nvPr/>
        </p:nvSpPr>
        <p:spPr>
          <a:xfrm>
            <a:off x="5607360" y="1506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CustomShape 12"/>
          <p:cNvSpPr/>
          <p:nvPr/>
        </p:nvSpPr>
        <p:spPr>
          <a:xfrm>
            <a:off x="5184000" y="1692000"/>
            <a:ext cx="30956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latin typeface="Arial"/>
              </a:rPr>
              <a:t>Utility</a:t>
            </a:r>
            <a:endParaRPr b="0" lang="en-GB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2"/>
          <p:cNvSpPr/>
          <p:nvPr/>
        </p:nvSpPr>
        <p:spPr>
          <a:xfrm>
            <a:off x="60948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ustomShape 3"/>
          <p:cNvSpPr/>
          <p:nvPr/>
        </p:nvSpPr>
        <p:spPr>
          <a:xfrm>
            <a:off x="431964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CustomShape 4"/>
          <p:cNvSpPr/>
          <p:nvPr/>
        </p:nvSpPr>
        <p:spPr>
          <a:xfrm>
            <a:off x="802980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5"/>
          <p:cNvSpPr/>
          <p:nvPr/>
        </p:nvSpPr>
        <p:spPr>
          <a:xfrm>
            <a:off x="60948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CustomShape 6"/>
          <p:cNvSpPr/>
          <p:nvPr/>
        </p:nvSpPr>
        <p:spPr>
          <a:xfrm>
            <a:off x="431964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CustomShape 7"/>
          <p:cNvSpPr/>
          <p:nvPr/>
        </p:nvSpPr>
        <p:spPr>
          <a:xfrm>
            <a:off x="802980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CustomShape 2"/>
          <p:cNvSpPr/>
          <p:nvPr/>
        </p:nvSpPr>
        <p:spPr>
          <a:xfrm>
            <a:off x="60948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CustomShape 3"/>
          <p:cNvSpPr/>
          <p:nvPr/>
        </p:nvSpPr>
        <p:spPr>
          <a:xfrm>
            <a:off x="241956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CustomShape 4"/>
          <p:cNvSpPr/>
          <p:nvPr/>
        </p:nvSpPr>
        <p:spPr>
          <a:xfrm>
            <a:off x="60948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CustomShape 5"/>
          <p:cNvSpPr/>
          <p:nvPr/>
        </p:nvSpPr>
        <p:spPr>
          <a:xfrm>
            <a:off x="241956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CustomShape 2"/>
          <p:cNvSpPr/>
          <p:nvPr/>
        </p:nvSpPr>
        <p:spPr>
          <a:xfrm>
            <a:off x="60948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CustomShape 3"/>
          <p:cNvSpPr/>
          <p:nvPr/>
        </p:nvSpPr>
        <p:spPr>
          <a:xfrm>
            <a:off x="180396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CustomShape 4"/>
          <p:cNvSpPr/>
          <p:nvPr/>
        </p:nvSpPr>
        <p:spPr>
          <a:xfrm>
            <a:off x="299844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CustomShape 5"/>
          <p:cNvSpPr/>
          <p:nvPr/>
        </p:nvSpPr>
        <p:spPr>
          <a:xfrm>
            <a:off x="60948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CustomShape 6"/>
          <p:cNvSpPr/>
          <p:nvPr/>
        </p:nvSpPr>
        <p:spPr>
          <a:xfrm>
            <a:off x="180396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CustomShape 7"/>
          <p:cNvSpPr/>
          <p:nvPr/>
        </p:nvSpPr>
        <p:spPr>
          <a:xfrm>
            <a:off x="299844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CustomShape 2"/>
          <p:cNvSpPr/>
          <p:nvPr/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CustomShape 3"/>
          <p:cNvSpPr/>
          <p:nvPr/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CustomShape 4"/>
          <p:cNvSpPr/>
          <p:nvPr/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CustomShape 2"/>
          <p:cNvSpPr/>
          <p:nvPr/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CustomShape 3"/>
          <p:cNvSpPr/>
          <p:nvPr/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CustomShape 4"/>
          <p:cNvSpPr/>
          <p:nvPr/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CustomShape 2"/>
          <p:cNvSpPr/>
          <p:nvPr/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CustomShape 3"/>
          <p:cNvSpPr/>
          <p:nvPr/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CustomShape 4"/>
          <p:cNvSpPr/>
          <p:nvPr/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CustomShape 2"/>
          <p:cNvSpPr/>
          <p:nvPr/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CustomShape 3"/>
          <p:cNvSpPr/>
          <p:nvPr/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2"/>
          <p:cNvSpPr/>
          <p:nvPr/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CustomShape 3"/>
          <p:cNvSpPr/>
          <p:nvPr/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4"/>
          <p:cNvSpPr/>
          <p:nvPr/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CustomShape 5"/>
          <p:cNvSpPr/>
          <p:nvPr/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CustomShape 1"/>
          <p:cNvSpPr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CustomShape 2"/>
          <p:cNvSpPr/>
          <p:nvPr/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CustomShape 3"/>
          <p:cNvSpPr/>
          <p:nvPr/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CustomShape 4"/>
          <p:cNvSpPr/>
          <p:nvPr/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CustomShape 5"/>
          <p:cNvSpPr/>
          <p:nvPr/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CustomShape 6"/>
          <p:cNvSpPr/>
          <p:nvPr/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CustomShape 7"/>
          <p:cNvSpPr/>
          <p:nvPr/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2020-01-20T14:13:12Z</dcterms:modified>
  <cp:revision>26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