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296000" y="4248000"/>
            <a:ext cx="3168000" cy="215964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 (n = 167,178)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Gender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Age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Ethnicity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Education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Occupation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Urban/Rural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Residence level of deprivation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1296000" y="2088000"/>
            <a:ext cx="3168000" cy="172764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IMD LA areas (n = 2,931)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Cycle tracks (off-road)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Cycle lanes (on-road)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Quietness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Density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Hilliness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5544000" y="1963440"/>
            <a:ext cx="5112000" cy="1995480"/>
          </a:xfrm>
          <a:prstGeom prst="ellipse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participation:</a:t>
            </a:r>
            <a:endParaRPr b="0" lang="en-GB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Any cycling in past 4 weeks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Any leisure cycling in past 4 weeks</a:t>
            </a:r>
            <a:endParaRPr b="0" lang="en-GB" sz="1400" spc="-1" strike="noStrike">
              <a:latin typeface="Arial"/>
            </a:endParaRPr>
          </a:p>
          <a:p>
            <a:pPr marL="285840" indent="-28332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Any utility cycling in past 4 weeks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 rot="17604600">
            <a:off x="3908520" y="4374360"/>
            <a:ext cx="2117160" cy="17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" name="CustomShape 5"/>
          <p:cNvSpPr/>
          <p:nvPr/>
        </p:nvSpPr>
        <p:spPr>
          <a:xfrm>
            <a:off x="4464000" y="1152000"/>
            <a:ext cx="1006920" cy="1150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0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7"/>
          <p:cNvSpPr/>
          <p:nvPr/>
        </p:nvSpPr>
        <p:spPr>
          <a:xfrm>
            <a:off x="1295640" y="657720"/>
            <a:ext cx="3168360" cy="99720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Local Authorities (n = 326)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 rot="17604600">
            <a:off x="4702320" y="2588760"/>
            <a:ext cx="315000" cy="72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3" name="CustomShape 9"/>
          <p:cNvSpPr/>
          <p:nvPr/>
        </p:nvSpPr>
        <p:spPr>
          <a:xfrm flipV="1" rot="16200600">
            <a:off x="2737800" y="1905840"/>
            <a:ext cx="366120" cy="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4" name="CustomShape 10"/>
          <p:cNvSpPr/>
          <p:nvPr/>
        </p:nvSpPr>
        <p:spPr>
          <a:xfrm flipV="1" rot="16200600">
            <a:off x="2737800" y="4065840"/>
            <a:ext cx="366120" cy="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2"/>
          <p:cNvSpPr/>
          <p:nvPr/>
        </p:nvSpPr>
        <p:spPr>
          <a:xfrm>
            <a:off x="609480" y="1604520"/>
            <a:ext cx="3531240" cy="189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4319640" y="1604520"/>
            <a:ext cx="3531240" cy="189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8029800" y="1604520"/>
            <a:ext cx="3531240" cy="189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"/>
          <p:cNvSpPr/>
          <p:nvPr/>
        </p:nvSpPr>
        <p:spPr>
          <a:xfrm>
            <a:off x="609480" y="3682080"/>
            <a:ext cx="3531240" cy="189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6"/>
          <p:cNvSpPr/>
          <p:nvPr/>
        </p:nvSpPr>
        <p:spPr>
          <a:xfrm>
            <a:off x="4319640" y="3682080"/>
            <a:ext cx="3531240" cy="189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8029800" y="3682080"/>
            <a:ext cx="3531240" cy="189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609480" y="1604520"/>
            <a:ext cx="172224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3"/>
          <p:cNvSpPr/>
          <p:nvPr/>
        </p:nvSpPr>
        <p:spPr>
          <a:xfrm>
            <a:off x="2419560" y="1604520"/>
            <a:ext cx="172224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4"/>
          <p:cNvSpPr/>
          <p:nvPr/>
        </p:nvSpPr>
        <p:spPr>
          <a:xfrm>
            <a:off x="609480" y="2595240"/>
            <a:ext cx="172224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2419560" y="2595240"/>
            <a:ext cx="172224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2"/>
          <p:cNvSpPr/>
          <p:nvPr/>
        </p:nvSpPr>
        <p:spPr>
          <a:xfrm>
            <a:off x="609480" y="1604520"/>
            <a:ext cx="113580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"/>
          <p:cNvSpPr/>
          <p:nvPr/>
        </p:nvSpPr>
        <p:spPr>
          <a:xfrm>
            <a:off x="1803960" y="1604520"/>
            <a:ext cx="113580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2998440" y="1604520"/>
            <a:ext cx="113580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5"/>
          <p:cNvSpPr/>
          <p:nvPr/>
        </p:nvSpPr>
        <p:spPr>
          <a:xfrm>
            <a:off x="609480" y="2595240"/>
            <a:ext cx="113580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1803960" y="2595240"/>
            <a:ext cx="113580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7"/>
          <p:cNvSpPr/>
          <p:nvPr/>
        </p:nvSpPr>
        <p:spPr>
          <a:xfrm>
            <a:off x="2998440" y="2595240"/>
            <a:ext cx="1135800" cy="90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2020-04-16T15:07:00Z</dcterms:modified>
  <cp:revision>17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