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1"/>
  </p:normalViewPr>
  <p:slideViewPr>
    <p:cSldViewPr snapToGrid="0" snapToObjects="1">
      <p:cViewPr varScale="1">
        <p:scale>
          <a:sx n="91" d="100"/>
          <a:sy n="91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F97A-F035-4F4E-8181-541220D36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1DB3D-1A3E-514D-B38E-3196838BA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EAB3F-76B0-C147-BFF2-1A588C9D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C9C56-8C1D-CA48-B1F3-7DB61311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86BA-6649-8E49-813B-9A10BBBE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9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7E16-3767-4A45-A35F-699F1BE7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CD1F-4CA9-FF4F-92A5-B4B09337F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5A47-D7D7-AE49-AD33-8B8077D2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BD45A-361E-294B-9660-7A81F5AC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62D0-C952-B04F-9894-21E2281F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8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5881-6928-4B4C-9831-BDE5BC07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0BC9A-3FD9-6843-85C0-E70572BD0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388D2-D876-4C41-B50F-4E4B0BAC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A37F7-FDBC-2348-90B5-98AE3F34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711CB-6DEA-4848-B85C-CE7DC22C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3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F41C-3DBA-104B-B6D3-33F913B0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739C-E183-D941-9E76-1B097FF17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D3C46-A7F1-C74C-9AEF-4DA9CA7F9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16820-C950-D249-80CC-0A5C2F0C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C22A6-2178-9C47-8598-92257162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6B408-5AA0-5446-9768-E61E9C91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7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26BA-D821-654D-A274-EB66E4B3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20781-BFFE-A744-BB78-0EFCCDE8C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FDF01-40E5-AF42-98B8-98AF1DEEA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05E28-05FE-E241-8A3F-91ACB0B8D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E7D11-E48B-6E49-8044-4B51676A4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20EFC-4B71-8F47-BD26-022D8C3F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A2CFA-1E1B-844F-A3D4-353030BB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45466-52CF-3743-B950-775D7857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5DDC-6FEF-1D4C-A0E9-2519D875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BE556-F33D-9A49-80B1-57DEDB36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F5E12-208B-4D45-B709-6A710661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81BDA-04BC-364C-B4CB-A89C9A04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7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6B152-CEBA-1646-B74D-60DEF896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FF11-6FD3-F641-9285-DFE46E23C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F5C25-3FDB-7B41-9E48-0260D442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831B-1A26-134D-A69E-00EB7574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056FD-1622-AC45-8D0D-136C1B1D3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2D563-B1E0-A84B-9C24-600FAE362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D779D-C2B3-904F-8C1C-990B6BF1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6F6AB-FD8B-1844-A7E3-90CB27E9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B13D9-D142-984C-868D-B4DAB587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7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3627-2529-4A45-B867-10B3DAF00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3578C-C44F-E44C-B5F3-C9963C1D5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40BED-E4BB-154A-B1C4-CBFF540C8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4B55E-B6E2-974C-9CB1-8C43065F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BFFAA-8523-9043-9A89-B8ADD13B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4BAE9-B39A-1C4A-B4ED-F251361F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1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7A98-2E11-9A40-9000-7CAF69CB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F5CDC-D1C7-4746-A1A1-F354427D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B50B0-47DC-9B4C-B690-537E3505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10DE-1CEF-D046-9BD0-992C0B52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A100-575C-F948-BDAF-B7E3CC2D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4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CD7A8-AC96-324C-821C-206D6022A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ECF16-1164-1944-A729-8F68F51EF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AC924-116B-EE46-8B24-1FE796A9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B1D46-1F99-6840-B2E9-B132ADFF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BCAA-25E3-D546-BFED-00AA12EF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8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53859-B876-3142-8979-4069D4C4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739A8-197F-6C4B-BAD8-84CB8E001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B353-0C92-5249-A917-BDB353DA1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334C1-3A6D-6144-AC61-0E7AF7E52456}" type="datetimeFigureOut">
              <a:rPr lang="en-US" smtClean="0"/>
              <a:t>9/12/19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7E3F7-6764-8E45-BBC8-88F26E14F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B8DF8-E546-234E-9877-F41AAABC9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5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077A81B-9879-7F49-ACAE-6691CA3A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849853"/>
            <a:ext cx="5074812" cy="4480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823ACD-F6C0-3E40-96F4-33438C0D9D72}"/>
              </a:ext>
            </a:extLst>
          </p:cNvPr>
          <p:cNvSpPr txBox="1"/>
          <p:nvPr/>
        </p:nvSpPr>
        <p:spPr>
          <a:xfrm>
            <a:off x="6553786" y="1514581"/>
            <a:ext cx="1842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Less likely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2AA771-55E5-1943-A1EB-22E470C53510}"/>
              </a:ext>
            </a:extLst>
          </p:cNvPr>
          <p:cNvCxnSpPr/>
          <p:nvPr/>
        </p:nvCxnSpPr>
        <p:spPr>
          <a:xfrm flipH="1">
            <a:off x="5985393" y="1644848"/>
            <a:ext cx="56839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7DF7FB-9E73-3040-9687-1D0537A63AF7}"/>
              </a:ext>
            </a:extLst>
          </p:cNvPr>
          <p:cNvSpPr txBox="1"/>
          <p:nvPr/>
        </p:nvSpPr>
        <p:spPr>
          <a:xfrm>
            <a:off x="7822716" y="2934806"/>
            <a:ext cx="1764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Females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0.61 as likely as males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to cycle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CC6C097-6BD4-FA4C-AC68-354DC067BCCF}"/>
              </a:ext>
            </a:extLst>
          </p:cNvPr>
          <p:cNvSpPr/>
          <p:nvPr/>
        </p:nvSpPr>
        <p:spPr>
          <a:xfrm>
            <a:off x="6404240" y="2647114"/>
            <a:ext cx="1422381" cy="541407"/>
          </a:xfrm>
          <a:custGeom>
            <a:avLst/>
            <a:gdLst>
              <a:gd name="connsiteX0" fmla="*/ 1604768 w 1604768"/>
              <a:gd name="connsiteY0" fmla="*/ 243583 h 345183"/>
              <a:gd name="connsiteX1" fmla="*/ 1266102 w 1604768"/>
              <a:gd name="connsiteY1" fmla="*/ 74250 h 345183"/>
              <a:gd name="connsiteX2" fmla="*/ 791968 w 1604768"/>
              <a:gd name="connsiteY2" fmla="*/ 6517 h 345183"/>
              <a:gd name="connsiteX3" fmla="*/ 300902 w 1604768"/>
              <a:gd name="connsiteY3" fmla="*/ 6517 h 345183"/>
              <a:gd name="connsiteX4" fmla="*/ 148502 w 1604768"/>
              <a:gd name="connsiteY4" fmla="*/ 40383 h 345183"/>
              <a:gd name="connsiteX5" fmla="*/ 13035 w 1604768"/>
              <a:gd name="connsiteY5" fmla="*/ 74250 h 345183"/>
              <a:gd name="connsiteX6" fmla="*/ 13035 w 1604768"/>
              <a:gd name="connsiteY6" fmla="*/ 345183 h 345183"/>
              <a:gd name="connsiteX0" fmla="*/ 1604768 w 1604768"/>
              <a:gd name="connsiteY0" fmla="*/ 245532 h 347132"/>
              <a:gd name="connsiteX1" fmla="*/ 1266102 w 1604768"/>
              <a:gd name="connsiteY1" fmla="*/ 76199 h 347132"/>
              <a:gd name="connsiteX2" fmla="*/ 791968 w 1604768"/>
              <a:gd name="connsiteY2" fmla="*/ 8466 h 347132"/>
              <a:gd name="connsiteX3" fmla="*/ 300902 w 1604768"/>
              <a:gd name="connsiteY3" fmla="*/ 8466 h 347132"/>
              <a:gd name="connsiteX4" fmla="*/ 13035 w 1604768"/>
              <a:gd name="connsiteY4" fmla="*/ 76199 h 347132"/>
              <a:gd name="connsiteX5" fmla="*/ 13035 w 1604768"/>
              <a:gd name="connsiteY5" fmla="*/ 347132 h 347132"/>
              <a:gd name="connsiteX0" fmla="*/ 1592706 w 1592706"/>
              <a:gd name="connsiteY0" fmla="*/ 251300 h 352900"/>
              <a:gd name="connsiteX1" fmla="*/ 1254040 w 1592706"/>
              <a:gd name="connsiteY1" fmla="*/ 81967 h 352900"/>
              <a:gd name="connsiteX2" fmla="*/ 779906 w 1592706"/>
              <a:gd name="connsiteY2" fmla="*/ 14234 h 352900"/>
              <a:gd name="connsiteX3" fmla="*/ 288840 w 1592706"/>
              <a:gd name="connsiteY3" fmla="*/ 14234 h 352900"/>
              <a:gd name="connsiteX4" fmla="*/ 102573 w 1592706"/>
              <a:gd name="connsiteY4" fmla="*/ 166634 h 352900"/>
              <a:gd name="connsiteX5" fmla="*/ 973 w 1592706"/>
              <a:gd name="connsiteY5" fmla="*/ 352900 h 352900"/>
              <a:gd name="connsiteX0" fmla="*/ 1592706 w 1592706"/>
              <a:gd name="connsiteY0" fmla="*/ 283244 h 384844"/>
              <a:gd name="connsiteX1" fmla="*/ 1524973 w 1592706"/>
              <a:gd name="connsiteY1" fmla="*/ 12311 h 384844"/>
              <a:gd name="connsiteX2" fmla="*/ 779906 w 1592706"/>
              <a:gd name="connsiteY2" fmla="*/ 46178 h 384844"/>
              <a:gd name="connsiteX3" fmla="*/ 288840 w 1592706"/>
              <a:gd name="connsiteY3" fmla="*/ 46178 h 384844"/>
              <a:gd name="connsiteX4" fmla="*/ 102573 w 1592706"/>
              <a:gd name="connsiteY4" fmla="*/ 198578 h 384844"/>
              <a:gd name="connsiteX5" fmla="*/ 973 w 1592706"/>
              <a:gd name="connsiteY5" fmla="*/ 384844 h 384844"/>
              <a:gd name="connsiteX0" fmla="*/ 1694306 w 1694306"/>
              <a:gd name="connsiteY0" fmla="*/ 319414 h 387147"/>
              <a:gd name="connsiteX1" fmla="*/ 1524973 w 1694306"/>
              <a:gd name="connsiteY1" fmla="*/ 14614 h 387147"/>
              <a:gd name="connsiteX2" fmla="*/ 779906 w 1694306"/>
              <a:gd name="connsiteY2" fmla="*/ 48481 h 387147"/>
              <a:gd name="connsiteX3" fmla="*/ 288840 w 1694306"/>
              <a:gd name="connsiteY3" fmla="*/ 48481 h 387147"/>
              <a:gd name="connsiteX4" fmla="*/ 102573 w 1694306"/>
              <a:gd name="connsiteY4" fmla="*/ 200881 h 387147"/>
              <a:gd name="connsiteX5" fmla="*/ 973 w 1694306"/>
              <a:gd name="connsiteY5" fmla="*/ 387147 h 387147"/>
              <a:gd name="connsiteX0" fmla="*/ 1694306 w 1694306"/>
              <a:gd name="connsiteY0" fmla="*/ 379667 h 447400"/>
              <a:gd name="connsiteX1" fmla="*/ 1524973 w 1694306"/>
              <a:gd name="connsiteY1" fmla="*/ 74867 h 447400"/>
              <a:gd name="connsiteX2" fmla="*/ 779906 w 1694306"/>
              <a:gd name="connsiteY2" fmla="*/ 108734 h 447400"/>
              <a:gd name="connsiteX3" fmla="*/ 288840 w 1694306"/>
              <a:gd name="connsiteY3" fmla="*/ 108734 h 447400"/>
              <a:gd name="connsiteX4" fmla="*/ 102573 w 1694306"/>
              <a:gd name="connsiteY4" fmla="*/ 261134 h 447400"/>
              <a:gd name="connsiteX5" fmla="*/ 973 w 1694306"/>
              <a:gd name="connsiteY5" fmla="*/ 447400 h 447400"/>
              <a:gd name="connsiteX0" fmla="*/ 1694306 w 1694306"/>
              <a:gd name="connsiteY0" fmla="*/ 323274 h 391007"/>
              <a:gd name="connsiteX1" fmla="*/ 1524973 w 1694306"/>
              <a:gd name="connsiteY1" fmla="*/ 18474 h 391007"/>
              <a:gd name="connsiteX2" fmla="*/ 288840 w 1694306"/>
              <a:gd name="connsiteY2" fmla="*/ 52341 h 391007"/>
              <a:gd name="connsiteX3" fmla="*/ 102573 w 1694306"/>
              <a:gd name="connsiteY3" fmla="*/ 204741 h 391007"/>
              <a:gd name="connsiteX4" fmla="*/ 973 w 1694306"/>
              <a:gd name="connsiteY4" fmla="*/ 391007 h 391007"/>
              <a:gd name="connsiteX0" fmla="*/ 1694306 w 1694306"/>
              <a:gd name="connsiteY0" fmla="*/ 297891 h 365624"/>
              <a:gd name="connsiteX1" fmla="*/ 1135507 w 1694306"/>
              <a:gd name="connsiteY1" fmla="*/ 26958 h 365624"/>
              <a:gd name="connsiteX2" fmla="*/ 288840 w 1694306"/>
              <a:gd name="connsiteY2" fmla="*/ 26958 h 365624"/>
              <a:gd name="connsiteX3" fmla="*/ 102573 w 1694306"/>
              <a:gd name="connsiteY3" fmla="*/ 179358 h 365624"/>
              <a:gd name="connsiteX4" fmla="*/ 973 w 1694306"/>
              <a:gd name="connsiteY4" fmla="*/ 365624 h 365624"/>
              <a:gd name="connsiteX0" fmla="*/ 1696015 w 1696015"/>
              <a:gd name="connsiteY0" fmla="*/ 307081 h 374814"/>
              <a:gd name="connsiteX1" fmla="*/ 1137216 w 1696015"/>
              <a:gd name="connsiteY1" fmla="*/ 36148 h 374814"/>
              <a:gd name="connsiteX2" fmla="*/ 544549 w 1696015"/>
              <a:gd name="connsiteY2" fmla="*/ 19215 h 374814"/>
              <a:gd name="connsiteX3" fmla="*/ 104282 w 1696015"/>
              <a:gd name="connsiteY3" fmla="*/ 188548 h 374814"/>
              <a:gd name="connsiteX4" fmla="*/ 2682 w 1696015"/>
              <a:gd name="connsiteY4" fmla="*/ 374814 h 374814"/>
              <a:gd name="connsiteX0" fmla="*/ 1693971 w 1693971"/>
              <a:gd name="connsiteY0" fmla="*/ 304845 h 372578"/>
              <a:gd name="connsiteX1" fmla="*/ 1135172 w 1693971"/>
              <a:gd name="connsiteY1" fmla="*/ 33912 h 372578"/>
              <a:gd name="connsiteX2" fmla="*/ 542505 w 1693971"/>
              <a:gd name="connsiteY2" fmla="*/ 16979 h 372578"/>
              <a:gd name="connsiteX3" fmla="*/ 220771 w 1693971"/>
              <a:gd name="connsiteY3" fmla="*/ 152445 h 372578"/>
              <a:gd name="connsiteX4" fmla="*/ 638 w 1693971"/>
              <a:gd name="connsiteY4" fmla="*/ 372578 h 372578"/>
              <a:gd name="connsiteX0" fmla="*/ 1693333 w 1693333"/>
              <a:gd name="connsiteY0" fmla="*/ 320109 h 387842"/>
              <a:gd name="connsiteX1" fmla="*/ 1134534 w 1693333"/>
              <a:gd name="connsiteY1" fmla="*/ 49176 h 387842"/>
              <a:gd name="connsiteX2" fmla="*/ 541867 w 1693333"/>
              <a:gd name="connsiteY2" fmla="*/ 32243 h 387842"/>
              <a:gd name="connsiteX3" fmla="*/ 0 w 1693333"/>
              <a:gd name="connsiteY3" fmla="*/ 387842 h 387842"/>
              <a:gd name="connsiteX0" fmla="*/ 1253066 w 1253066"/>
              <a:gd name="connsiteY0" fmla="*/ 488929 h 488929"/>
              <a:gd name="connsiteX1" fmla="*/ 694267 w 1253066"/>
              <a:gd name="connsiteY1" fmla="*/ 217996 h 488929"/>
              <a:gd name="connsiteX2" fmla="*/ 101600 w 1253066"/>
              <a:gd name="connsiteY2" fmla="*/ 201063 h 488929"/>
              <a:gd name="connsiteX3" fmla="*/ 0 w 1253066"/>
              <a:gd name="connsiteY3" fmla="*/ 14795 h 488929"/>
              <a:gd name="connsiteX0" fmla="*/ 1253066 w 1253066"/>
              <a:gd name="connsiteY0" fmla="*/ 491743 h 519578"/>
              <a:gd name="connsiteX1" fmla="*/ 711201 w 1253066"/>
              <a:gd name="connsiteY1" fmla="*/ 508676 h 519578"/>
              <a:gd name="connsiteX2" fmla="*/ 101600 w 1253066"/>
              <a:gd name="connsiteY2" fmla="*/ 203877 h 519578"/>
              <a:gd name="connsiteX3" fmla="*/ 0 w 1253066"/>
              <a:gd name="connsiteY3" fmla="*/ 17609 h 519578"/>
              <a:gd name="connsiteX0" fmla="*/ 1253066 w 1253066"/>
              <a:gd name="connsiteY0" fmla="*/ 485354 h 506259"/>
              <a:gd name="connsiteX1" fmla="*/ 711201 w 1253066"/>
              <a:gd name="connsiteY1" fmla="*/ 502287 h 506259"/>
              <a:gd name="connsiteX2" fmla="*/ 220133 w 1253066"/>
              <a:gd name="connsiteY2" fmla="*/ 332954 h 506259"/>
              <a:gd name="connsiteX3" fmla="*/ 0 w 1253066"/>
              <a:gd name="connsiteY3" fmla="*/ 11220 h 506259"/>
              <a:gd name="connsiteX0" fmla="*/ 1354666 w 1354666"/>
              <a:gd name="connsiteY0" fmla="*/ 383754 h 502559"/>
              <a:gd name="connsiteX1" fmla="*/ 711201 w 1354666"/>
              <a:gd name="connsiteY1" fmla="*/ 502287 h 502559"/>
              <a:gd name="connsiteX2" fmla="*/ 220133 w 1354666"/>
              <a:gd name="connsiteY2" fmla="*/ 332954 h 502559"/>
              <a:gd name="connsiteX3" fmla="*/ 0 w 1354666"/>
              <a:gd name="connsiteY3" fmla="*/ 11220 h 502559"/>
              <a:gd name="connsiteX0" fmla="*/ 1310216 w 1310216"/>
              <a:gd name="connsiteY0" fmla="*/ 414751 h 533556"/>
              <a:gd name="connsiteX1" fmla="*/ 666751 w 1310216"/>
              <a:gd name="connsiteY1" fmla="*/ 533284 h 533556"/>
              <a:gd name="connsiteX2" fmla="*/ 175683 w 1310216"/>
              <a:gd name="connsiteY2" fmla="*/ 363951 h 533556"/>
              <a:gd name="connsiteX3" fmla="*/ 0 w 1310216"/>
              <a:gd name="connsiteY3" fmla="*/ 10467 h 533556"/>
              <a:gd name="connsiteX0" fmla="*/ 1310216 w 1310216"/>
              <a:gd name="connsiteY0" fmla="*/ 404284 h 523089"/>
              <a:gd name="connsiteX1" fmla="*/ 666751 w 1310216"/>
              <a:gd name="connsiteY1" fmla="*/ 522817 h 523089"/>
              <a:gd name="connsiteX2" fmla="*/ 175683 w 1310216"/>
              <a:gd name="connsiteY2" fmla="*/ 353484 h 523089"/>
              <a:gd name="connsiteX3" fmla="*/ 0 w 1310216"/>
              <a:gd name="connsiteY3" fmla="*/ 0 h 523089"/>
              <a:gd name="connsiteX0" fmla="*/ 1310216 w 1310216"/>
              <a:gd name="connsiteY0" fmla="*/ 404284 h 523089"/>
              <a:gd name="connsiteX1" fmla="*/ 666751 w 1310216"/>
              <a:gd name="connsiteY1" fmla="*/ 522817 h 523089"/>
              <a:gd name="connsiteX2" fmla="*/ 175683 w 1310216"/>
              <a:gd name="connsiteY2" fmla="*/ 353484 h 523089"/>
              <a:gd name="connsiteX3" fmla="*/ 0 w 1310216"/>
              <a:gd name="connsiteY3" fmla="*/ 0 h 523089"/>
              <a:gd name="connsiteX0" fmla="*/ 1253066 w 1253066"/>
              <a:gd name="connsiteY0" fmla="*/ 467784 h 586589"/>
              <a:gd name="connsiteX1" fmla="*/ 609601 w 1253066"/>
              <a:gd name="connsiteY1" fmla="*/ 586317 h 586589"/>
              <a:gd name="connsiteX2" fmla="*/ 118533 w 1253066"/>
              <a:gd name="connsiteY2" fmla="*/ 416984 h 586589"/>
              <a:gd name="connsiteX3" fmla="*/ 0 w 1253066"/>
              <a:gd name="connsiteY3" fmla="*/ 0 h 586589"/>
              <a:gd name="connsiteX0" fmla="*/ 1253066 w 1253066"/>
              <a:gd name="connsiteY0" fmla="*/ 467784 h 561230"/>
              <a:gd name="connsiteX1" fmla="*/ 609601 w 1253066"/>
              <a:gd name="connsiteY1" fmla="*/ 560917 h 561230"/>
              <a:gd name="connsiteX2" fmla="*/ 118533 w 1253066"/>
              <a:gd name="connsiteY2" fmla="*/ 416984 h 561230"/>
              <a:gd name="connsiteX3" fmla="*/ 0 w 1253066"/>
              <a:gd name="connsiteY3" fmla="*/ 0 h 561230"/>
              <a:gd name="connsiteX0" fmla="*/ 1284816 w 1284816"/>
              <a:gd name="connsiteY0" fmla="*/ 423334 h 560921"/>
              <a:gd name="connsiteX1" fmla="*/ 609601 w 1284816"/>
              <a:gd name="connsiteY1" fmla="*/ 560917 h 560921"/>
              <a:gd name="connsiteX2" fmla="*/ 118533 w 1284816"/>
              <a:gd name="connsiteY2" fmla="*/ 416984 h 560921"/>
              <a:gd name="connsiteX3" fmla="*/ 0 w 1284816"/>
              <a:gd name="connsiteY3" fmla="*/ 0 h 560921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4151"/>
              <a:gd name="connsiteX1" fmla="*/ 609601 w 1284816"/>
              <a:gd name="connsiteY1" fmla="*/ 560917 h 564151"/>
              <a:gd name="connsiteX2" fmla="*/ 118533 w 1284816"/>
              <a:gd name="connsiteY2" fmla="*/ 474134 h 564151"/>
              <a:gd name="connsiteX3" fmla="*/ 0 w 1284816"/>
              <a:gd name="connsiteY3" fmla="*/ 0 h 564151"/>
              <a:gd name="connsiteX0" fmla="*/ 1284816 w 1284816"/>
              <a:gd name="connsiteY0" fmla="*/ 423334 h 538866"/>
              <a:gd name="connsiteX1" fmla="*/ 609601 w 1284816"/>
              <a:gd name="connsiteY1" fmla="*/ 529167 h 538866"/>
              <a:gd name="connsiteX2" fmla="*/ 118533 w 1284816"/>
              <a:gd name="connsiteY2" fmla="*/ 474134 h 538866"/>
              <a:gd name="connsiteX3" fmla="*/ 0 w 1284816"/>
              <a:gd name="connsiteY3" fmla="*/ 0 h 538866"/>
              <a:gd name="connsiteX0" fmla="*/ 1284816 w 1284816"/>
              <a:gd name="connsiteY0" fmla="*/ 423334 h 541596"/>
              <a:gd name="connsiteX1" fmla="*/ 609601 w 1284816"/>
              <a:gd name="connsiteY1" fmla="*/ 529167 h 541596"/>
              <a:gd name="connsiteX2" fmla="*/ 118533 w 1284816"/>
              <a:gd name="connsiteY2" fmla="*/ 474134 h 541596"/>
              <a:gd name="connsiteX3" fmla="*/ 0 w 1284816"/>
              <a:gd name="connsiteY3" fmla="*/ 0 h 541596"/>
              <a:gd name="connsiteX0" fmla="*/ 1284816 w 1284816"/>
              <a:gd name="connsiteY0" fmla="*/ 423334 h 541596"/>
              <a:gd name="connsiteX1" fmla="*/ 609601 w 1284816"/>
              <a:gd name="connsiteY1" fmla="*/ 529167 h 541596"/>
              <a:gd name="connsiteX2" fmla="*/ 118533 w 1284816"/>
              <a:gd name="connsiteY2" fmla="*/ 474134 h 541596"/>
              <a:gd name="connsiteX3" fmla="*/ 0 w 1284816"/>
              <a:gd name="connsiteY3" fmla="*/ 0 h 541596"/>
              <a:gd name="connsiteX0" fmla="*/ 1284816 w 1284816"/>
              <a:gd name="connsiteY0" fmla="*/ 423334 h 497492"/>
              <a:gd name="connsiteX1" fmla="*/ 118533 w 1284816"/>
              <a:gd name="connsiteY1" fmla="*/ 474134 h 497492"/>
              <a:gd name="connsiteX2" fmla="*/ 0 w 1284816"/>
              <a:gd name="connsiteY2" fmla="*/ 0 h 497492"/>
              <a:gd name="connsiteX0" fmla="*/ 1284816 w 1284816"/>
              <a:gd name="connsiteY0" fmla="*/ 423334 h 578094"/>
              <a:gd name="connsiteX1" fmla="*/ 315383 w 1284816"/>
              <a:gd name="connsiteY1" fmla="*/ 563034 h 578094"/>
              <a:gd name="connsiteX2" fmla="*/ 0 w 1284816"/>
              <a:gd name="connsiteY2" fmla="*/ 0 h 578094"/>
              <a:gd name="connsiteX0" fmla="*/ 1284816 w 1284816"/>
              <a:gd name="connsiteY0" fmla="*/ 423334 h 593758"/>
              <a:gd name="connsiteX1" fmla="*/ 315383 w 1284816"/>
              <a:gd name="connsiteY1" fmla="*/ 563034 h 593758"/>
              <a:gd name="connsiteX2" fmla="*/ 0 w 1284816"/>
              <a:gd name="connsiteY2" fmla="*/ 0 h 593758"/>
              <a:gd name="connsiteX0" fmla="*/ 1284816 w 1284816"/>
              <a:gd name="connsiteY0" fmla="*/ 423334 h 580186"/>
              <a:gd name="connsiteX1" fmla="*/ 315383 w 1284816"/>
              <a:gd name="connsiteY1" fmla="*/ 563034 h 580186"/>
              <a:gd name="connsiteX2" fmla="*/ 0 w 1284816"/>
              <a:gd name="connsiteY2" fmla="*/ 0 h 580186"/>
              <a:gd name="connsiteX0" fmla="*/ 897466 w 897466"/>
              <a:gd name="connsiteY0" fmla="*/ 436034 h 581066"/>
              <a:gd name="connsiteX1" fmla="*/ 315383 w 897466"/>
              <a:gd name="connsiteY1" fmla="*/ 563034 h 581066"/>
              <a:gd name="connsiteX2" fmla="*/ 0 w 897466"/>
              <a:gd name="connsiteY2" fmla="*/ 0 h 581066"/>
              <a:gd name="connsiteX0" fmla="*/ 897466 w 897466"/>
              <a:gd name="connsiteY0" fmla="*/ 436034 h 581973"/>
              <a:gd name="connsiteX1" fmla="*/ 315383 w 897466"/>
              <a:gd name="connsiteY1" fmla="*/ 563034 h 581973"/>
              <a:gd name="connsiteX2" fmla="*/ 0 w 897466"/>
              <a:gd name="connsiteY2" fmla="*/ 0 h 581973"/>
              <a:gd name="connsiteX0" fmla="*/ 814916 w 814916"/>
              <a:gd name="connsiteY0" fmla="*/ 442384 h 582495"/>
              <a:gd name="connsiteX1" fmla="*/ 315383 w 814916"/>
              <a:gd name="connsiteY1" fmla="*/ 563034 h 582495"/>
              <a:gd name="connsiteX2" fmla="*/ 0 w 814916"/>
              <a:gd name="connsiteY2" fmla="*/ 0 h 582495"/>
              <a:gd name="connsiteX0" fmla="*/ 1411816 w 1411816"/>
              <a:gd name="connsiteY0" fmla="*/ 442384 h 582495"/>
              <a:gd name="connsiteX1" fmla="*/ 315383 w 1411816"/>
              <a:gd name="connsiteY1" fmla="*/ 563034 h 582495"/>
              <a:gd name="connsiteX2" fmla="*/ 0 w 1411816"/>
              <a:gd name="connsiteY2" fmla="*/ 0 h 582495"/>
              <a:gd name="connsiteX0" fmla="*/ 1411816 w 1411816"/>
              <a:gd name="connsiteY0" fmla="*/ 442384 h 605962"/>
              <a:gd name="connsiteX1" fmla="*/ 493183 w 1411816"/>
              <a:gd name="connsiteY1" fmla="*/ 588434 h 605962"/>
              <a:gd name="connsiteX2" fmla="*/ 0 w 1411816"/>
              <a:gd name="connsiteY2" fmla="*/ 0 h 605962"/>
              <a:gd name="connsiteX0" fmla="*/ 1430866 w 1430866"/>
              <a:gd name="connsiteY0" fmla="*/ 436034 h 605537"/>
              <a:gd name="connsiteX1" fmla="*/ 493183 w 1430866"/>
              <a:gd name="connsiteY1" fmla="*/ 588434 h 605537"/>
              <a:gd name="connsiteX2" fmla="*/ 0 w 1430866"/>
              <a:gd name="connsiteY2" fmla="*/ 0 h 605537"/>
              <a:gd name="connsiteX0" fmla="*/ 1418166 w 1418166"/>
              <a:gd name="connsiteY0" fmla="*/ 378884 h 548387"/>
              <a:gd name="connsiteX1" fmla="*/ 480483 w 1418166"/>
              <a:gd name="connsiteY1" fmla="*/ 531284 h 548387"/>
              <a:gd name="connsiteX2" fmla="*/ 0 w 1418166"/>
              <a:gd name="connsiteY2" fmla="*/ 0 h 548387"/>
              <a:gd name="connsiteX0" fmla="*/ 1418166 w 1418166"/>
              <a:gd name="connsiteY0" fmla="*/ 378884 h 537079"/>
              <a:gd name="connsiteX1" fmla="*/ 480483 w 1418166"/>
              <a:gd name="connsiteY1" fmla="*/ 531284 h 537079"/>
              <a:gd name="connsiteX2" fmla="*/ 0 w 1418166"/>
              <a:gd name="connsiteY2" fmla="*/ 0 h 537079"/>
              <a:gd name="connsiteX0" fmla="*/ 1418166 w 1418166"/>
              <a:gd name="connsiteY0" fmla="*/ 378884 h 532171"/>
              <a:gd name="connsiteX1" fmla="*/ 480483 w 1418166"/>
              <a:gd name="connsiteY1" fmla="*/ 531284 h 532171"/>
              <a:gd name="connsiteX2" fmla="*/ 0 w 1418166"/>
              <a:gd name="connsiteY2" fmla="*/ 0 h 532171"/>
              <a:gd name="connsiteX0" fmla="*/ 1418166 w 1418166"/>
              <a:gd name="connsiteY0" fmla="*/ 378884 h 550531"/>
              <a:gd name="connsiteX1" fmla="*/ 480483 w 1418166"/>
              <a:gd name="connsiteY1" fmla="*/ 531284 h 550531"/>
              <a:gd name="connsiteX2" fmla="*/ 0 w 1418166"/>
              <a:gd name="connsiteY2" fmla="*/ 0 h 550531"/>
              <a:gd name="connsiteX0" fmla="*/ 1437417 w 1437417"/>
              <a:gd name="connsiteY0" fmla="*/ 416984 h 553651"/>
              <a:gd name="connsiteX1" fmla="*/ 480483 w 1437417"/>
              <a:gd name="connsiteY1" fmla="*/ 531284 h 553651"/>
              <a:gd name="connsiteX2" fmla="*/ 0 w 1437417"/>
              <a:gd name="connsiteY2" fmla="*/ 0 h 553651"/>
              <a:gd name="connsiteX0" fmla="*/ 1437417 w 1437417"/>
              <a:gd name="connsiteY0" fmla="*/ 416984 h 550275"/>
              <a:gd name="connsiteX1" fmla="*/ 480483 w 1437417"/>
              <a:gd name="connsiteY1" fmla="*/ 531284 h 550275"/>
              <a:gd name="connsiteX2" fmla="*/ 0 w 1437417"/>
              <a:gd name="connsiteY2" fmla="*/ 0 h 550275"/>
              <a:gd name="connsiteX0" fmla="*/ 1437417 w 1437417"/>
              <a:gd name="connsiteY0" fmla="*/ 416984 h 552080"/>
              <a:gd name="connsiteX1" fmla="*/ 480483 w 1437417"/>
              <a:gd name="connsiteY1" fmla="*/ 531284 h 552080"/>
              <a:gd name="connsiteX2" fmla="*/ 0 w 1437417"/>
              <a:gd name="connsiteY2" fmla="*/ 0 h 552080"/>
              <a:gd name="connsiteX0" fmla="*/ 1437417 w 1437417"/>
              <a:gd name="connsiteY0" fmla="*/ 416984 h 552080"/>
              <a:gd name="connsiteX1" fmla="*/ 480483 w 1437417"/>
              <a:gd name="connsiteY1" fmla="*/ 531284 h 552080"/>
              <a:gd name="connsiteX2" fmla="*/ 0 w 1437417"/>
              <a:gd name="connsiteY2" fmla="*/ 0 h 552080"/>
              <a:gd name="connsiteX0" fmla="*/ 1437417 w 1437417"/>
              <a:gd name="connsiteY0" fmla="*/ 416984 h 541407"/>
              <a:gd name="connsiteX1" fmla="*/ 480483 w 1437417"/>
              <a:gd name="connsiteY1" fmla="*/ 531284 h 541407"/>
              <a:gd name="connsiteX2" fmla="*/ 0 w 1437417"/>
              <a:gd name="connsiteY2" fmla="*/ 0 h 541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7417" h="541407">
                <a:moveTo>
                  <a:pt x="1437417" y="416984"/>
                </a:moveTo>
                <a:cubicBezTo>
                  <a:pt x="1162558" y="421217"/>
                  <a:pt x="802770" y="582790"/>
                  <a:pt x="480483" y="531284"/>
                </a:cubicBezTo>
                <a:cubicBezTo>
                  <a:pt x="215346" y="505178"/>
                  <a:pt x="4939" y="351367"/>
                  <a:pt x="0" y="0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6D7AB-B095-0C44-966A-5C8DC24E0918}"/>
              </a:ext>
            </a:extLst>
          </p:cNvPr>
          <p:cNvSpPr txBox="1"/>
          <p:nvPr/>
        </p:nvSpPr>
        <p:spPr>
          <a:xfrm>
            <a:off x="-2475914" y="-18428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9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11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Eugeni Vidal Tortosa [ts16evt]</dc:creator>
  <cp:lastModifiedBy>Eugeni Vidal Tortosa [ts16evt]</cp:lastModifiedBy>
  <cp:revision>9</cp:revision>
  <dcterms:created xsi:type="dcterms:W3CDTF">2019-09-11T16:06:17Z</dcterms:created>
  <dcterms:modified xsi:type="dcterms:W3CDTF">2019-09-13T06:37:23Z</dcterms:modified>
</cp:coreProperties>
</file>