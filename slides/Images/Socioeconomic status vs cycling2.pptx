
<file path=[Content_Types].xml><?xml version="1.0" encoding="utf-8"?>
<Types xmlns="http://schemas.openxmlformats.org/package/2006/content-types">
  <Override PartName="/_rels/.rels" ContentType="application/vnd.openxmlformats-package.relationships+xml"/>
  <Override PartName="/docProps/custom.xml" ContentType="application/vnd.openxmlformats-officedocument.custom-properties+xml"/>
  <Override PartName="/docProps/core.xml" ContentType="application/vnd.openxmlformats-package.core-properties+xml"/>
  <Override PartName="/docProps/app.xml" ContentType="application/vnd.openxmlformats-officedocument.extended-properties+xml"/>
  <Override PartName="/ppt/_rels/presentation.xml.rels" ContentType="application/vnd.openxmlformats-package.relationships+xml"/>
  <Override PartName="/ppt/slides/_rels/slide4.xml.rels" ContentType="application/vnd.openxmlformats-package.relationships+xml"/>
  <Override PartName="/ppt/slides/_rels/slide3.xml.rels" ContentType="application/vnd.openxmlformats-package.relationships+xml"/>
  <Override PartName="/ppt/slides/_rels/slide1.xml.rels" ContentType="application/vnd.openxmlformats-package.relationships+xml"/>
  <Override PartName="/ppt/slides/_rels/slide2.xml.rels" ContentType="application/vnd.openxmlformats-package.relationships+xml"/>
  <Override PartName="/ppt/slides/slide4.xml" ContentType="application/vnd.openxmlformats-officedocument.presentationml.slide+xml"/>
  <Override PartName="/ppt/slides/slide3.xml" ContentType="application/vnd.openxmlformats-officedocument.presentationml.slide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Layouts/slideLayout15.xml" ContentType="application/vnd.openxmlformats-officedocument.presentationml.slideLayout+xml"/>
  <Override PartName="/ppt/slideLayouts/slideLayout39.xml" ContentType="application/vnd.openxmlformats-officedocument.presentationml.slideLayout+xml"/>
  <Override PartName="/ppt/slideLayouts/slideLayout14.xml" ContentType="application/vnd.openxmlformats-officedocument.presentationml.slideLayout+xml"/>
  <Override PartName="/ppt/slideLayouts/slideLayout38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37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6.xml" ContentType="application/vnd.openxmlformats-officedocument.presentationml.slideLayout+xml"/>
  <Override PartName="/ppt/slideLayouts/slideLayout17.xml" ContentType="application/vnd.openxmlformats-officedocument.presentationml.slideLayout+xml"/>
  <Override PartName="/ppt/slideLayouts/_rels/slideLayout45.xml.rels" ContentType="application/vnd.openxmlformats-package.relationships+xml"/>
  <Override PartName="/ppt/slideLayouts/_rels/slideLayout44.xml.rels" ContentType="application/vnd.openxmlformats-package.relationships+xml"/>
  <Override PartName="/ppt/slideLayouts/_rels/slideLayout43.xml.rels" ContentType="application/vnd.openxmlformats-package.relationships+xml"/>
  <Override PartName="/ppt/slideLayouts/_rels/slideLayout42.xml.rels" ContentType="application/vnd.openxmlformats-package.relationships+xml"/>
  <Override PartName="/ppt/slideLayouts/_rels/slideLayout41.xml.rels" ContentType="application/vnd.openxmlformats-package.relationships+xml"/>
  <Override PartName="/ppt/slideLayouts/_rels/slideLayout40.xml.rels" ContentType="application/vnd.openxmlformats-package.relationships+xml"/>
  <Override PartName="/ppt/slideLayouts/_rels/slideLayout38.xml.rels" ContentType="application/vnd.openxmlformats-package.relationships+xml"/>
  <Override PartName="/ppt/slideLayouts/_rels/slideLayout37.xml.rels" ContentType="application/vnd.openxmlformats-package.relationships+xml"/>
  <Override PartName="/ppt/slideLayouts/_rels/slideLayout16.xml.rels" ContentType="application/vnd.openxmlformats-package.relationships+xml"/>
  <Override PartName="/ppt/slideLayouts/_rels/slideLayout15.xml.rels" ContentType="application/vnd.openxmlformats-package.relationships+xml"/>
  <Override PartName="/ppt/slideLayouts/_rels/slideLayout7.xml.rels" ContentType="application/vnd.openxmlformats-package.relationships+xml"/>
  <Override PartName="/ppt/slideLayouts/_rels/slideLayout11.xml.rels" ContentType="application/vnd.openxmlformats-package.relationships+xml"/>
  <Override PartName="/ppt/slideLayouts/_rels/slideLayout1.xml.rels" ContentType="application/vnd.openxmlformats-package.relationships+xml"/>
  <Override PartName="/ppt/slideLayouts/_rels/slideLayout17.xml.rels" ContentType="application/vnd.openxmlformats-package.relationships+xml"/>
  <Override PartName="/ppt/slideLayouts/_rels/slideLayout12.xml.rels" ContentType="application/vnd.openxmlformats-package.relationships+xml"/>
  <Override PartName="/ppt/slideLayouts/_rels/slideLayout48.xml.rels" ContentType="application/vnd.openxmlformats-package.relationships+xml"/>
  <Override PartName="/ppt/slideLayouts/_rels/slideLayout4.xml.rels" ContentType="application/vnd.openxmlformats-package.relationships+xml"/>
  <Override PartName="/ppt/slideLayouts/_rels/slideLayout46.xml.rels" ContentType="application/vnd.openxmlformats-package.relationships+xml"/>
  <Override PartName="/ppt/slideLayouts/_rels/slideLayout2.xml.rels" ContentType="application/vnd.openxmlformats-package.relationships+xml"/>
  <Override PartName="/ppt/slideLayouts/_rels/slideLayout18.xml.rels" ContentType="application/vnd.openxmlformats-package.relationships+xml"/>
  <Override PartName="/ppt/slideLayouts/_rels/slideLayout13.xml.rels" ContentType="application/vnd.openxmlformats-package.relationships+xml"/>
  <Override PartName="/ppt/slideLayouts/_rels/slideLayout14.xml.rels" ContentType="application/vnd.openxmlformats-package.relationships+xml"/>
  <Override PartName="/ppt/slideLayouts/_rels/slideLayout5.xml.rels" ContentType="application/vnd.openxmlformats-package.relationships+xml"/>
  <Override PartName="/ppt/slideLayouts/_rels/slideLayout6.xml.rels" ContentType="application/vnd.openxmlformats-package.relationships+xml"/>
  <Override PartName="/ppt/slideLayouts/_rels/slideLayout47.xml.rels" ContentType="application/vnd.openxmlformats-package.relationships+xml"/>
  <Override PartName="/ppt/slideLayouts/_rels/slideLayout3.xml.rels" ContentType="application/vnd.openxmlformats-package.relationships+xml"/>
  <Override PartName="/ppt/slideLayouts/_rels/slideLayout19.xml.rels" ContentType="application/vnd.openxmlformats-package.relationships+xml"/>
  <Override PartName="/ppt/slideLayouts/_rels/slideLayout39.xml.rels" ContentType="application/vnd.openxmlformats-package.relationships+xml"/>
  <Override PartName="/ppt/slideLayouts/_rels/slideLayout20.xml.rels" ContentType="application/vnd.openxmlformats-package.relationships+xml"/>
  <Override PartName="/ppt/slideLayouts/_rels/slideLayout21.xml.rels" ContentType="application/vnd.openxmlformats-package.relationships+xml"/>
  <Override PartName="/ppt/slideLayouts/_rels/slideLayout22.xml.rels" ContentType="application/vnd.openxmlformats-package.relationships+xml"/>
  <Override PartName="/ppt/slideLayouts/_rels/slideLayout23.xml.rels" ContentType="application/vnd.openxmlformats-package.relationships+xml"/>
  <Override PartName="/ppt/slideLayouts/_rels/slideLayout24.xml.rels" ContentType="application/vnd.openxmlformats-package.relationships+xml"/>
  <Override PartName="/ppt/slideLayouts/_rels/slideLayout30.xml.rels" ContentType="application/vnd.openxmlformats-package.relationships+xml"/>
  <Override PartName="/ppt/slideLayouts/_rels/slideLayout25.xml.rels" ContentType="application/vnd.openxmlformats-package.relationships+xml"/>
  <Override PartName="/ppt/slideLayouts/_rels/slideLayout31.xml.rels" ContentType="application/vnd.openxmlformats-package.relationships+xml"/>
  <Override PartName="/ppt/slideLayouts/_rels/slideLayout26.xml.rels" ContentType="application/vnd.openxmlformats-package.relationships+xml"/>
  <Override PartName="/ppt/slideLayouts/_rels/slideLayout27.xml.rels" ContentType="application/vnd.openxmlformats-package.relationships+xml"/>
  <Override PartName="/ppt/slideLayouts/_rels/slideLayout32.xml.rels" ContentType="application/vnd.openxmlformats-package.relationships+xml"/>
  <Override PartName="/ppt/slideLayouts/_rels/slideLayout28.xml.rels" ContentType="application/vnd.openxmlformats-package.relationships+xml"/>
  <Override PartName="/ppt/slideLayouts/_rels/slideLayout10.xml.rels" ContentType="application/vnd.openxmlformats-package.relationships+xml"/>
  <Override PartName="/ppt/slideLayouts/_rels/slideLayout29.xml.rels" ContentType="application/vnd.openxmlformats-package.relationships+xml"/>
  <Override PartName="/ppt/slideLayouts/_rels/slideLayout8.xml.rels" ContentType="application/vnd.openxmlformats-package.relationships+xml"/>
  <Override PartName="/ppt/slideLayouts/_rels/slideLayout33.xml.rels" ContentType="application/vnd.openxmlformats-package.relationships+xml"/>
  <Override PartName="/ppt/slideLayouts/_rels/slideLayout9.xml.rels" ContentType="application/vnd.openxmlformats-package.relationships+xml"/>
  <Override PartName="/ppt/slideLayouts/_rels/slideLayout34.xml.rels" ContentType="application/vnd.openxmlformats-package.relationships+xml"/>
  <Override PartName="/ppt/slideLayouts/_rels/slideLayout35.xml.rels" ContentType="application/vnd.openxmlformats-package.relationships+xml"/>
  <Override PartName="/ppt/slideLayouts/_rels/slideLayout36.xml.rels" ContentType="application/vnd.openxmlformats-package.relationships+xml"/>
  <Override PartName="/ppt/slideLayouts/slideLayout18.xml" ContentType="application/vnd.openxmlformats-officedocument.presentationml.slideLayout+xml"/>
  <Override PartName="/ppt/slideLayouts/slideLayout19.xml" ContentType="application/vnd.openxmlformats-officedocument.presentationml.slideLayout+xml"/>
  <Override PartName="/ppt/slideLayouts/slideLayout46.xml" ContentType="application/vnd.openxmlformats-officedocument.presentationml.slideLayout+xml"/>
  <Override PartName="/ppt/slideLayouts/slideLayout21.xml" ContentType="application/vnd.openxmlformats-officedocument.presentationml.slideLayout+xml"/>
  <Override PartName="/ppt/slideLayouts/slideLayout47.xml" ContentType="application/vnd.openxmlformats-officedocument.presentationml.slideLayout+xml"/>
  <Override PartName="/ppt/slideLayouts/slideLayout22.xml" ContentType="application/vnd.openxmlformats-officedocument.presentationml.slideLayout+xml"/>
  <Override PartName="/ppt/slideLayouts/slideLayout48.xml" ContentType="application/vnd.openxmlformats-officedocument.presentationml.slideLayout+xml"/>
  <Override PartName="/ppt/slideLayouts/slideLayout23.xml" ContentType="application/vnd.openxmlformats-officedocument.presentationml.slideLayout+xml"/>
  <Override PartName="/ppt/slideLayouts/slideLayout24.xml" ContentType="application/vnd.openxmlformats-officedocument.presentationml.slideLayout+xml"/>
  <Override PartName="/ppt/slideLayouts/slideLayout25.xml" ContentType="application/vnd.openxmlformats-officedocument.presentationml.slideLayout+xml"/>
  <Override PartName="/ppt/slideLayouts/slideLayout26.xml" ContentType="application/vnd.openxmlformats-officedocument.presentationml.slideLayout+xml"/>
  <Override PartName="/ppt/slideLayouts/slideLayout27.xml" ContentType="application/vnd.openxmlformats-officedocument.presentationml.slideLayout+xml"/>
  <Override PartName="/ppt/slideLayouts/slideLayout28.xml" ContentType="application/vnd.openxmlformats-officedocument.presentationml.slideLayout+xml"/>
  <Override PartName="/ppt/slideLayouts/slideLayout29.xml" ContentType="application/vnd.openxmlformats-officedocument.presentationml.slideLayout+xml"/>
  <Override PartName="/ppt/slideLayouts/slideLayout30.xml" ContentType="application/vnd.openxmlformats-officedocument.presentationml.slideLayout+xml"/>
  <Override PartName="/ppt/slideLayouts/slideLayout31.xml" ContentType="application/vnd.openxmlformats-officedocument.presentationml.slideLayout+xml"/>
  <Override PartName="/ppt/slideLayouts/slideLayout32.xml" ContentType="application/vnd.openxmlformats-officedocument.presentationml.slideLayout+xml"/>
  <Override PartName="/ppt/slideLayouts/slideLayout33.xml" ContentType="application/vnd.openxmlformats-officedocument.presentationml.slideLayout+xml"/>
  <Override PartName="/ppt/slideLayouts/slideLayout34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35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36.xml" ContentType="application/vnd.openxmlformats-officedocument.presentationml.slideLayout+xml"/>
  <Override PartName="/ppt/slideLayouts/slideLayout45.xml" ContentType="application/vnd.openxmlformats-officedocument.presentationml.slideLayout+xml"/>
  <Override PartName="/ppt/slideLayouts/slideLayout20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44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43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1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0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41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42.xml" ContentType="application/vnd.openxmlformats-officedocument.presentationml.slideLayout+xml"/>
  <Override PartName="/ppt/slideLayouts/slideLayout6.xml" ContentType="application/vnd.openxmlformats-officedocument.presentationml.slideLayout+xml"/>
  <Override PartName="/ppt/theme/theme4.xml" ContentType="application/vnd.openxmlformats-officedocument.theme+xml"/>
  <Override PartName="/ppt/theme/theme3.xml" ContentType="application/vnd.openxmlformats-officedocument.theme+xml"/>
  <Override PartName="/ppt/theme/theme1.xml" ContentType="application/vnd.openxmlformats-officedocument.theme+xml"/>
  <Override PartName="/ppt/theme/theme2.xml" ContentType="application/vnd.openxmlformats-officedocument.theme+xml"/>
  <Override PartName="/ppt/presentation.xml" ContentType="application/vnd.openxmlformats-officedocument.presentationml.presentation.main+xml"/>
  <Override PartName="/ppt/slideMasters/_rels/slideMaster4.xml.rels" ContentType="application/vnd.openxmlformats-package.relationships+xml"/>
  <Override PartName="/ppt/slideMasters/_rels/slideMaster1.xml.rels" ContentType="application/vnd.openxmlformats-package.relationships+xml"/>
  <Override PartName="/ppt/slideMasters/_rels/slideMaster3.xml.rels" ContentType="application/vnd.openxmlformats-package.relationships+xml"/>
  <Override PartName="/ppt/slideMasters/_rels/slideMaster2.xml.rels" ContentType="application/vnd.openxmlformats-package.relationships+xml"/>
  <Override PartName="/ppt/slideMasters/slideMaster4.xml" ContentType="application/vnd.openxmlformats-officedocument.presentationml.slideMaster+xml"/>
  <Override PartName="/ppt/slideMasters/slideMaster3.xml" ContentType="application/vnd.openxmlformats-officedocument.presentationml.slideMaster+xml"/>
  <Override PartName="/ppt/slideMasters/slideMaster1.xml" ContentType="application/vnd.openxmlformats-officedocument.presentationml.slideMaster+xml"/>
  <Override PartName="/ppt/slideMasters/slideMaster2.xml" ContentType="application/vnd.openxmlformats-officedocument.presentationml.slideMaster+xml"/>
</Types>
</file>

<file path=_rels/.rels><?xml version="1.0" encoding="UTF-8"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
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  <p:sldMasterId id="2147483661" r:id="rId3"/>
    <p:sldMasterId id="2147483674" r:id="rId4"/>
    <p:sldMasterId id="2147483687" r:id="rId5"/>
  </p:sldMasterIdLst>
  <p:sldIdLst>
    <p:sldId id="256" r:id="rId6"/>
    <p:sldId id="257" r:id="rId7"/>
    <p:sldId id="258" r:id="rId8"/>
    <p:sldId id="259" r:id="rId9"/>
  </p:sldIdLst>
  <p:sldSz cx="12192000" cy="6858000"/>
  <p:notesSz cx="7772400" cy="10058400"/>
</p:presentation>
</file>

<file path=ppt/_rels/presentation.xml.rels><?xml version="1.0" encoding="UTF-8"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slideMaster" Target="slideMasters/slideMaster2.xml"/><Relationship Id="rId4" Type="http://schemas.openxmlformats.org/officeDocument/2006/relationships/slideMaster" Target="slideMasters/slideMaster3.xml"/><Relationship Id="rId5" Type="http://schemas.openxmlformats.org/officeDocument/2006/relationships/slideMaster" Target="slideMasters/slideMaster4.xml"/><Relationship Id="rId6" Type="http://schemas.openxmlformats.org/officeDocument/2006/relationships/slide" Target="slides/slide1.xml"/><Relationship Id="rId7" Type="http://schemas.openxmlformats.org/officeDocument/2006/relationships/slide" Target="slides/slide2.xml"/><Relationship Id="rId8" Type="http://schemas.openxmlformats.org/officeDocument/2006/relationships/slide" Target="slides/slide3.xml"/><Relationship Id="rId9" Type="http://schemas.openxmlformats.org/officeDocument/2006/relationships/slide" Target="slides/slide4.xml"/>
</Relationships>
</file>

<file path=ppt/slideLayouts/_rels/slideLayout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1.xml"/>
</Relationships>
</file>

<file path=ppt/slideLayouts/_rels/slideLayout1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1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2.xml"/>
</Relationships>
</file>

<file path=ppt/slideLayouts/_rels/slideLayout2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2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3.xml"/>
</Relationships>
</file>

<file path=ppt/slideLayouts/_rels/slideLayout3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39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0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1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2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3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4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5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6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7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_rels/slideLayout48.xml.rels><?xml version="1.0" encoding="UTF-8"?>
<Relationships xmlns="http://schemas.openxmlformats.org/package/2006/relationships"><Relationship Id="rId1" Type="http://schemas.openxmlformats.org/officeDocument/2006/relationships/slideMaster" Target="../slideMasters/slideMaster4.xml"/>
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1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1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4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4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1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8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1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1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2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6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5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59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0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3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6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7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68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70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1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2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3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4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75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2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8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8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2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3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9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2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3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5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6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97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9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4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06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7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8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09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1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2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3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4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5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16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3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0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3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2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2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</p:spTree>
  </p:cSld>
</p:sldLayout>
</file>

<file path=ppt/slideLayouts/slideLayout4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7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2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2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0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1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3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4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5" name="PlaceHolder 4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3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3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2" name="PlaceHolder 3"/>
          <p:cNvSpPr>
            <a:spLocks noGrp="1"/>
          </p:cNvSpPr>
          <p:nvPr>
            <p:ph type="body"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4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5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6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47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Layouts/slideLayout4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4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endParaRPr b="0" lang="en-GB" sz="4400" spc="-1" strike="noStrike">
              <a:latin typeface="Arial"/>
            </a:endParaRPr>
          </a:p>
        </p:txBody>
      </p:sp>
      <p:sp>
        <p:nvSpPr>
          <p:cNvPr id="14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0" name="PlaceHolder 3"/>
          <p:cNvSpPr>
            <a:spLocks noGrp="1"/>
          </p:cNvSpPr>
          <p:nvPr>
            <p:ph type="body"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1" name="PlaceHolder 4"/>
          <p:cNvSpPr>
            <a:spLocks noGrp="1"/>
          </p:cNvSpPr>
          <p:nvPr>
            <p:ph type="body"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2" name="PlaceHolder 5"/>
          <p:cNvSpPr>
            <a:spLocks noGrp="1"/>
          </p:cNvSpPr>
          <p:nvPr>
            <p:ph type="body"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3" name="PlaceHolder 6"/>
          <p:cNvSpPr>
            <a:spLocks noGrp="1"/>
          </p:cNvSpPr>
          <p:nvPr>
            <p:ph type="body"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  <p:sp>
        <p:nvSpPr>
          <p:cNvPr id="154" name="PlaceHolder 7"/>
          <p:cNvSpPr>
            <a:spLocks noGrp="1"/>
          </p:cNvSpPr>
          <p:nvPr>
            <p:ph type="body"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endParaRPr b="0" lang="en-GB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"1.0" encoding="UTF-8"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
</Relationships>
</file>

<file path=ppt/slideMasters/_rels/slideMaster2.xml.rels><?xml version="1.0" encoding="UTF-8"?>
<Relationships xmlns="http://schemas.openxmlformats.org/package/2006/relationships"><Relationship Id="rId1" Type="http://schemas.openxmlformats.org/officeDocument/2006/relationships/theme" Target="../theme/theme2.xml"/><Relationship Id="rId2" Type="http://schemas.openxmlformats.org/officeDocument/2006/relationships/slideLayout" Target="../slideLayouts/slideLayout13.xml"/><Relationship Id="rId3" Type="http://schemas.openxmlformats.org/officeDocument/2006/relationships/slideLayout" Target="../slideLayouts/slideLayout14.xml"/><Relationship Id="rId4" Type="http://schemas.openxmlformats.org/officeDocument/2006/relationships/slideLayout" Target="../slideLayouts/slideLayout15.xml"/><Relationship Id="rId5" Type="http://schemas.openxmlformats.org/officeDocument/2006/relationships/slideLayout" Target="../slideLayouts/slideLayout16.xml"/><Relationship Id="rId6" Type="http://schemas.openxmlformats.org/officeDocument/2006/relationships/slideLayout" Target="../slideLayouts/slideLayout17.xml"/><Relationship Id="rId7" Type="http://schemas.openxmlformats.org/officeDocument/2006/relationships/slideLayout" Target="../slideLayouts/slideLayout18.xml"/><Relationship Id="rId8" Type="http://schemas.openxmlformats.org/officeDocument/2006/relationships/slideLayout" Target="../slideLayouts/slideLayout19.xml"/><Relationship Id="rId9" Type="http://schemas.openxmlformats.org/officeDocument/2006/relationships/slideLayout" Target="../slideLayouts/slideLayout20.xml"/><Relationship Id="rId10" Type="http://schemas.openxmlformats.org/officeDocument/2006/relationships/slideLayout" Target="../slideLayouts/slideLayout21.xml"/><Relationship Id="rId11" Type="http://schemas.openxmlformats.org/officeDocument/2006/relationships/slideLayout" Target="../slideLayouts/slideLayout22.xml"/><Relationship Id="rId12" Type="http://schemas.openxmlformats.org/officeDocument/2006/relationships/slideLayout" Target="../slideLayouts/slideLayout23.xml"/><Relationship Id="rId13" Type="http://schemas.openxmlformats.org/officeDocument/2006/relationships/slideLayout" Target="../slideLayouts/slideLayout24.xml"/>
</Relationships>
</file>

<file path=ppt/slideMasters/_rels/slideMaster3.xml.rels><?xml version="1.0" encoding="UTF-8"?>
<Relationships xmlns="http://schemas.openxmlformats.org/package/2006/relationships"><Relationship Id="rId1" Type="http://schemas.openxmlformats.org/officeDocument/2006/relationships/theme" Target="../theme/theme3.xml"/><Relationship Id="rId2" Type="http://schemas.openxmlformats.org/officeDocument/2006/relationships/slideLayout" Target="../slideLayouts/slideLayout25.xml"/><Relationship Id="rId3" Type="http://schemas.openxmlformats.org/officeDocument/2006/relationships/slideLayout" Target="../slideLayouts/slideLayout26.xml"/><Relationship Id="rId4" Type="http://schemas.openxmlformats.org/officeDocument/2006/relationships/slideLayout" Target="../slideLayouts/slideLayout27.xml"/><Relationship Id="rId5" Type="http://schemas.openxmlformats.org/officeDocument/2006/relationships/slideLayout" Target="../slideLayouts/slideLayout28.xml"/><Relationship Id="rId6" Type="http://schemas.openxmlformats.org/officeDocument/2006/relationships/slideLayout" Target="../slideLayouts/slideLayout29.xml"/><Relationship Id="rId7" Type="http://schemas.openxmlformats.org/officeDocument/2006/relationships/slideLayout" Target="../slideLayouts/slideLayout30.xml"/><Relationship Id="rId8" Type="http://schemas.openxmlformats.org/officeDocument/2006/relationships/slideLayout" Target="../slideLayouts/slideLayout31.xml"/><Relationship Id="rId9" Type="http://schemas.openxmlformats.org/officeDocument/2006/relationships/slideLayout" Target="../slideLayouts/slideLayout32.xml"/><Relationship Id="rId10" Type="http://schemas.openxmlformats.org/officeDocument/2006/relationships/slideLayout" Target="../slideLayouts/slideLayout33.xml"/><Relationship Id="rId11" Type="http://schemas.openxmlformats.org/officeDocument/2006/relationships/slideLayout" Target="../slideLayouts/slideLayout34.xml"/><Relationship Id="rId12" Type="http://schemas.openxmlformats.org/officeDocument/2006/relationships/slideLayout" Target="../slideLayouts/slideLayout35.xml"/><Relationship Id="rId13" Type="http://schemas.openxmlformats.org/officeDocument/2006/relationships/slideLayout" Target="../slideLayouts/slideLayout36.xml"/>
</Relationships>
</file>

<file path=ppt/slideMasters/_rels/slideMaster4.xml.rels><?xml version="1.0" encoding="UTF-8"?>
<Relationships xmlns="http://schemas.openxmlformats.org/package/2006/relationships"><Relationship Id="rId1" Type="http://schemas.openxmlformats.org/officeDocument/2006/relationships/theme" Target="../theme/theme4.xml"/><Relationship Id="rId2" Type="http://schemas.openxmlformats.org/officeDocument/2006/relationships/slideLayout" Target="../slideLayouts/slideLayout37.xml"/><Relationship Id="rId3" Type="http://schemas.openxmlformats.org/officeDocument/2006/relationships/slideLayout" Target="../slideLayouts/slideLayout38.xml"/><Relationship Id="rId4" Type="http://schemas.openxmlformats.org/officeDocument/2006/relationships/slideLayout" Target="../slideLayouts/slideLayout39.xml"/><Relationship Id="rId5" Type="http://schemas.openxmlformats.org/officeDocument/2006/relationships/slideLayout" Target="../slideLayouts/slideLayout40.xml"/><Relationship Id="rId6" Type="http://schemas.openxmlformats.org/officeDocument/2006/relationships/slideLayout" Target="../slideLayouts/slideLayout41.xml"/><Relationship Id="rId7" Type="http://schemas.openxmlformats.org/officeDocument/2006/relationships/slideLayout" Target="../slideLayouts/slideLayout42.xml"/><Relationship Id="rId8" Type="http://schemas.openxmlformats.org/officeDocument/2006/relationships/slideLayout" Target="../slideLayouts/slideLayout43.xml"/><Relationship Id="rId9" Type="http://schemas.openxmlformats.org/officeDocument/2006/relationships/slideLayout" Target="../slideLayouts/slideLayout44.xml"/><Relationship Id="rId10" Type="http://schemas.openxmlformats.org/officeDocument/2006/relationships/slideLayout" Target="../slideLayouts/slideLayout45.xml"/><Relationship Id="rId11" Type="http://schemas.openxmlformats.org/officeDocument/2006/relationships/slideLayout" Target="../slideLayouts/slideLayout46.xml"/><Relationship Id="rId12" Type="http://schemas.openxmlformats.org/officeDocument/2006/relationships/slideLayout" Target="../slideLayouts/slideLayout47.xml"/><Relationship Id="rId13" Type="http://schemas.openxmlformats.org/officeDocument/2006/relationships/slideLayout" Target="../slideLayouts/slideLayout48.xml"/>
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Masters/slideMaster2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62" r:id="rId2"/>
    <p:sldLayoutId id="2147483663" r:id="rId3"/>
    <p:sldLayoutId id="2147483664" r:id="rId4"/>
    <p:sldLayoutId id="2147483665" r:id="rId5"/>
    <p:sldLayoutId id="2147483666" r:id="rId6"/>
    <p:sldLayoutId id="2147483667" r:id="rId7"/>
    <p:sldLayoutId id="2147483668" r:id="rId8"/>
    <p:sldLayoutId id="2147483669" r:id="rId9"/>
    <p:sldLayoutId id="2147483670" r:id="rId10"/>
    <p:sldLayoutId id="2147483671" r:id="rId11"/>
    <p:sldLayoutId id="2147483672" r:id="rId12"/>
    <p:sldLayoutId id="2147483673" r:id="rId13"/>
  </p:sldLayoutIdLst>
</p:sldMaster>
</file>

<file path=ppt/slideMasters/slideMaster3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080" cy="1144440"/>
          </a:xfrm>
          <a:prstGeom prst="rect">
            <a:avLst/>
          </a:prstGeom>
        </p:spPr>
        <p:txBody>
          <a:bodyPr lIns="0" rIns="0" tIns="0" bIns="0" anchor="ctr"/>
          <a:p>
            <a:r>
              <a:rPr b="0" lang="en-GB" sz="1800" spc="-1" strike="noStrike">
                <a:latin typeface="Arial"/>
              </a:rPr>
              <a:t>Click to edit the title text format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7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8" name="PlaceHolder 3"/>
          <p:cNvSpPr>
            <a:spLocks noGrp="1"/>
          </p:cNvSpPr>
          <p:nvPr>
            <p:ph type="body"/>
          </p:nvPr>
        </p:nvSpPr>
        <p:spPr>
          <a:xfrm>
            <a:off x="6231960" y="160452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79" name="PlaceHolder 4"/>
          <p:cNvSpPr>
            <a:spLocks noGrp="1"/>
          </p:cNvSpPr>
          <p:nvPr>
            <p:ph type="body"/>
          </p:nvPr>
        </p:nvSpPr>
        <p:spPr>
          <a:xfrm>
            <a:off x="60948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80" name="PlaceHolder 5"/>
          <p:cNvSpPr>
            <a:spLocks noGrp="1"/>
          </p:cNvSpPr>
          <p:nvPr>
            <p:ph type="body"/>
          </p:nvPr>
        </p:nvSpPr>
        <p:spPr>
          <a:xfrm>
            <a:off x="6231960" y="3682080"/>
            <a:ext cx="5353920" cy="18964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Click to edit the outline text format</a:t>
            </a:r>
            <a:endParaRPr b="0" lang="en-GB" sz="18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Second Outline Level</a:t>
            </a:r>
            <a:endParaRPr b="0" lang="en-GB" sz="1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Third Outline Level</a:t>
            </a:r>
            <a:endParaRPr b="0" lang="en-GB" sz="18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1800" spc="-1" strike="noStrike">
                <a:latin typeface="Arial"/>
              </a:rPr>
              <a:t>Fourth Outline Level</a:t>
            </a:r>
            <a:endParaRPr b="0" lang="en-GB" sz="18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Fifth Outline Level</a:t>
            </a:r>
            <a:endParaRPr b="0" lang="en-GB" sz="18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Sixth Outline Level</a:t>
            </a:r>
            <a:endParaRPr b="0" lang="en-GB" sz="18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1800" spc="-1" strike="noStrike">
                <a:latin typeface="Arial"/>
              </a:rPr>
              <a:t>Seventh Outline Level</a:t>
            </a:r>
            <a:endParaRPr b="0" lang="en-GB" sz="18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75" r:id="rId2"/>
    <p:sldLayoutId id="2147483676" r:id="rId3"/>
    <p:sldLayoutId id="2147483677" r:id="rId4"/>
    <p:sldLayoutId id="2147483678" r:id="rId5"/>
    <p:sldLayoutId id="2147483679" r:id="rId6"/>
    <p:sldLayoutId id="2147483680" r:id="rId7"/>
    <p:sldLayoutId id="2147483681" r:id="rId8"/>
    <p:sldLayoutId id="2147483682" r:id="rId9"/>
    <p:sldLayoutId id="2147483683" r:id="rId10"/>
    <p:sldLayoutId id="2147483684" r:id="rId11"/>
    <p:sldLayoutId id="2147483685" r:id="rId12"/>
    <p:sldLayoutId id="2147483686" r:id="rId13"/>
  </p:sldLayoutIdLst>
</p:sldMaster>
</file>

<file path=ppt/slideMasters/slideMaster4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7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</p:spPr>
        <p:txBody>
          <a:bodyPr lIns="0" rIns="0" tIns="0" bIns="0" anchor="ctr"/>
          <a:p>
            <a:pPr algn="ctr"/>
            <a:r>
              <a:rPr b="0" lang="en-GB" sz="4400" spc="-1" strike="noStrike">
                <a:latin typeface="Arial"/>
              </a:rPr>
              <a:t>Click to edit the title text format</a:t>
            </a:r>
            <a:endParaRPr b="0" lang="en-GB" sz="4400" spc="-1" strike="noStrike">
              <a:latin typeface="Arial"/>
            </a:endParaRPr>
          </a:p>
        </p:txBody>
      </p:sp>
      <p:sp>
        <p:nvSpPr>
          <p:cNvPr id="118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</p:spPr>
        <p:txBody>
          <a:bodyPr lIns="0" rIns="0" tIns="0" bIns="0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3200" spc="-1" strike="noStrike">
                <a:latin typeface="Arial"/>
              </a:rPr>
              <a:t>Click to edit the outline text format</a:t>
            </a:r>
            <a:endParaRPr b="0" lang="en-GB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800" spc="-1" strike="noStrike">
                <a:latin typeface="Arial"/>
              </a:rPr>
              <a:t>Second Outline Level</a:t>
            </a:r>
            <a:endParaRPr b="0" lang="en-GB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400" spc="-1" strike="noStrike">
                <a:latin typeface="Arial"/>
              </a:rPr>
              <a:t>Third Outline Level</a:t>
            </a:r>
            <a:endParaRPr b="0" lang="en-GB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en-GB" sz="2000" spc="-1" strike="noStrike">
                <a:latin typeface="Arial"/>
              </a:rPr>
              <a:t>Fourth Outline Level</a:t>
            </a:r>
            <a:endParaRPr b="0" lang="en-GB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Fifth Outline Level</a:t>
            </a:r>
            <a:endParaRPr b="0" lang="en-GB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Sixth Outline Level</a:t>
            </a:r>
            <a:endParaRPr b="0" lang="en-GB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en-GB" sz="2000" spc="-1" strike="noStrike">
                <a:latin typeface="Arial"/>
              </a:rPr>
              <a:t>Seventh Outline Level</a:t>
            </a:r>
            <a:endParaRPr b="0" lang="en-GB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88" r:id="rId2"/>
    <p:sldLayoutId id="2147483689" r:id="rId3"/>
    <p:sldLayoutId id="2147483690" r:id="rId4"/>
    <p:sldLayoutId id="2147483691" r:id="rId5"/>
    <p:sldLayoutId id="2147483692" r:id="rId6"/>
    <p:sldLayoutId id="2147483693" r:id="rId7"/>
    <p:sldLayoutId id="2147483694" r:id="rId8"/>
    <p:sldLayoutId id="2147483695" r:id="rId9"/>
    <p:sldLayoutId id="2147483696" r:id="rId10"/>
    <p:sldLayoutId id="2147483697" r:id="rId11"/>
    <p:sldLayoutId id="2147483698" r:id="rId12"/>
    <p:sldLayoutId id="2147483699" r:id="rId13"/>
  </p:sldLayoutIdLst>
</p:sldMaster>
</file>

<file path=ppt/slides/_rels/slide1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.xml"/>
</Relationships>
</file>

<file path=ppt/slides/_rels/slide2.xml.rels><?xml version="1.0" encoding="UTF-8"?>
<Relationships xmlns="http://schemas.openxmlformats.org/package/2006/relationships"><Relationship Id="rId1" Type="http://schemas.openxmlformats.org/officeDocument/2006/relationships/slideLayout" Target="../slideLayouts/slideLayout13.xml"/>
</Relationships>
</file>

<file path=ppt/slides/_rels/slide3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5.xml"/>
</Relationships>
</file>

<file path=ppt/slides/_rels/slide4.xml.rels><?xml version="1.0" encoding="UTF-8"?>
<Relationships xmlns="http://schemas.openxmlformats.org/package/2006/relationships"><Relationship Id="rId1" Type="http://schemas.openxmlformats.org/officeDocument/2006/relationships/slideLayout" Target="../slideLayouts/slideLayout37.xml"/>
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5" name="Line 1"/>
          <p:cNvSpPr/>
          <p:nvPr/>
        </p:nvSpPr>
        <p:spPr>
          <a:xfrm>
            <a:off x="0" y="0"/>
            <a:ext cx="360" cy="360"/>
          </a:xfrm>
          <a:prstGeom prst="line">
            <a:avLst/>
          </a:prstGeom>
          <a:ln>
            <a:solidFill>
              <a:srgbClr val="000000"/>
            </a:solidFill>
            <a:tailEnd len="med" type="triangle" w="med"/>
          </a:ln>
        </p:spPr>
        <p:style>
          <a:lnRef idx="0"/>
          <a:fillRef idx="0"/>
          <a:effectRef idx="0"/>
          <a:fontRef idx="minor"/>
        </p:style>
      </p:sp>
      <p:sp>
        <p:nvSpPr>
          <p:cNvPr id="156" name="CustomShape 2"/>
          <p:cNvSpPr/>
          <p:nvPr/>
        </p:nvSpPr>
        <p:spPr>
          <a:xfrm>
            <a:off x="4752000" y="360000"/>
            <a:ext cx="3523320" cy="995040"/>
          </a:xfrm>
          <a:prstGeom prst="rect">
            <a:avLst/>
          </a:prstGeom>
          <a:noFill/>
          <a:ln w="6480">
            <a:noFill/>
          </a:ln>
        </p:spPr>
        <p:style>
          <a:lnRef idx="2">
            <a:schemeClr val="dk1"/>
          </a:lnRef>
          <a:fillRef idx="1">
            <a:schemeClr val="lt1"/>
          </a:fillRef>
          <a:effectRef idx="0">
            <a:schemeClr val="dk1"/>
          </a:effectRef>
          <a:fontRef idx="minor"/>
        </p:style>
        <p:txBody>
          <a:bodyPr lIns="80640" rIns="80640" tIns="35640" bIns="35640" anchor="ctr"/>
          <a:p>
            <a:pPr algn="ctr"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  <a:p>
            <a:pPr>
              <a:lnSpc>
                <a:spcPct val="100000"/>
              </a:lnSpc>
            </a:pPr>
            <a:endParaRPr b="0" lang="en-GB" sz="1800" spc="-1" strike="noStrike">
              <a:latin typeface="Arial"/>
            </a:endParaRPr>
          </a:p>
        </p:txBody>
      </p:sp>
      <p:sp>
        <p:nvSpPr>
          <p:cNvPr id="157" name="CustomShape 3"/>
          <p:cNvSpPr/>
          <p:nvPr/>
        </p:nvSpPr>
        <p:spPr>
          <a:xfrm>
            <a:off x="3204000" y="936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1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Cycling use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8" name="CustomShape 4"/>
          <p:cNvSpPr/>
          <p:nvPr/>
        </p:nvSpPr>
        <p:spPr>
          <a:xfrm>
            <a:off x="1764000" y="170568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Leisure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59" name="CustomShape 5"/>
          <p:cNvSpPr/>
          <p:nvPr/>
        </p:nvSpPr>
        <p:spPr>
          <a:xfrm>
            <a:off x="5184000" y="1692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Utility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0" name="CustomShape 6"/>
          <p:cNvSpPr/>
          <p:nvPr/>
        </p:nvSpPr>
        <p:spPr>
          <a:xfrm>
            <a:off x="1584000" y="2412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f58220"/>
                </a:solidFill>
                <a:latin typeface="Arial"/>
                <a:ea typeface="DejaVu Sans"/>
              </a:rPr>
              <a:t>Non-disad.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1" name="CustomShape 7"/>
          <p:cNvSpPr/>
          <p:nvPr/>
        </p:nvSpPr>
        <p:spPr>
          <a:xfrm>
            <a:off x="2988000" y="2412000"/>
            <a:ext cx="309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0000"/>
                </a:solidFill>
                <a:latin typeface="Arial"/>
                <a:ea typeface="DejaVu Sans"/>
              </a:rPr>
              <a:t>Developing countries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2" name="Line 8"/>
          <p:cNvSpPr/>
          <p:nvPr/>
        </p:nvSpPr>
        <p:spPr>
          <a:xfrm>
            <a:off x="3888000" y="2250720"/>
            <a:ext cx="3384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3" name="CustomShape 9"/>
          <p:cNvSpPr/>
          <p:nvPr/>
        </p:nvSpPr>
        <p:spPr>
          <a:xfrm>
            <a:off x="3312000" y="3159360"/>
            <a:ext cx="1115280" cy="34560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solidFill>
                  <a:srgbClr val="0066b3"/>
                </a:solidFill>
                <a:latin typeface="Arial"/>
                <a:ea typeface="DejaVu Sans"/>
              </a:rPr>
              <a:t>Disad.</a:t>
            </a:r>
            <a:endParaRPr b="0" lang="en-GB" sz="1800" spc="-1" strike="noStrike">
              <a:latin typeface="Arial"/>
            </a:endParaRPr>
          </a:p>
        </p:txBody>
      </p:sp>
      <p:sp>
        <p:nvSpPr>
          <p:cNvPr id="164" name="Line 10"/>
          <p:cNvSpPr/>
          <p:nvPr/>
        </p:nvSpPr>
        <p:spPr>
          <a:xfrm>
            <a:off x="2196000" y="2088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5" name="Line 11"/>
          <p:cNvSpPr/>
          <p:nvPr/>
        </p:nvSpPr>
        <p:spPr>
          <a:xfrm>
            <a:off x="3888000" y="225072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Line 12"/>
          <p:cNvSpPr/>
          <p:nvPr/>
        </p:nvSpPr>
        <p:spPr>
          <a:xfrm>
            <a:off x="5580000" y="2088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Line 13"/>
          <p:cNvSpPr/>
          <p:nvPr/>
        </p:nvSpPr>
        <p:spPr>
          <a:xfrm>
            <a:off x="7263360" y="226224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8" name="Line 14"/>
          <p:cNvSpPr/>
          <p:nvPr/>
        </p:nvSpPr>
        <p:spPr>
          <a:xfrm>
            <a:off x="2232000" y="1494720"/>
            <a:ext cx="3384000" cy="36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69" name="Line 15"/>
          <p:cNvSpPr/>
          <p:nvPr/>
        </p:nvSpPr>
        <p:spPr>
          <a:xfrm>
            <a:off x="2232000" y="149472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Line 16"/>
          <p:cNvSpPr/>
          <p:nvPr/>
        </p:nvSpPr>
        <p:spPr>
          <a:xfrm>
            <a:off x="3924000" y="1332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Line 17"/>
          <p:cNvSpPr/>
          <p:nvPr/>
        </p:nvSpPr>
        <p:spPr>
          <a:xfrm>
            <a:off x="5607360" y="150624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2" name="Line 18"/>
          <p:cNvSpPr/>
          <p:nvPr/>
        </p:nvSpPr>
        <p:spPr>
          <a:xfrm>
            <a:off x="3888000" y="2844000"/>
            <a:ext cx="360" cy="157680"/>
          </a:xfrm>
          <a:prstGeom prst="line">
            <a:avLst/>
          </a:prstGeom>
          <a:ln>
            <a:solidFill>
              <a:srgbClr val="000000"/>
            </a:solidFill>
          </a:ln>
        </p:spPr>
        <p:style>
          <a:lnRef idx="0"/>
          <a:fillRef idx="0"/>
          <a:effectRef idx="0"/>
          <a:fontRef idx="minor"/>
        </p:style>
      </p:sp>
      <p:sp>
        <p:nvSpPr>
          <p:cNvPr id="173" name="CustomShape 19"/>
          <p:cNvSpPr/>
          <p:nvPr/>
        </p:nvSpPr>
        <p:spPr>
          <a:xfrm>
            <a:off x="6408000" y="2412000"/>
            <a:ext cx="3095640" cy="34596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  <p:txBody>
          <a:bodyPr lIns="90000" rIns="90000" tIns="45000" bIns="45000"/>
          <a:p>
            <a:pPr>
              <a:lnSpc>
                <a:spcPct val="100000"/>
              </a:lnSpc>
            </a:pPr>
            <a:r>
              <a:rPr b="0" lang="en-GB" sz="1800" spc="-1" strike="noStrike">
                <a:latin typeface="Arial"/>
              </a:rPr>
              <a:t>Developed countries</a:t>
            </a:r>
            <a:endParaRPr b="0" lang="en-GB" sz="1800" spc="-1" strike="noStrike">
              <a:latin typeface="Arial"/>
            </a:endParaRPr>
          </a:p>
        </p:txBody>
      </p:sp>
    </p:spTree>
  </p:cSld>
  <p:timing>
    <p:tnLst>
      <p:par>
        <p:cTn id="1" dur="indefinite" restart="never" nodeType="tmRoot">
          <p:childTnLst>
            <p:seq>
              <p:cTn id="2" dur="indefinite" nodeType="mainSeq"/>
              <p:prevCondLst>
                <p:cond delay="0" evt="onPrev">
                  <p:tgtEl>
                    <p:sldTgt/>
                  </p:tgtEl>
                </p:cond>
              </p:prevCondLst>
              <p:nextCondLst>
                <p:cond delay="0" evt="onNext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74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CustomShape 2"/>
          <p:cNvSpPr/>
          <p:nvPr/>
        </p:nvSpPr>
        <p:spPr>
          <a:xfrm>
            <a:off x="60948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6" name="CustomShape 3"/>
          <p:cNvSpPr/>
          <p:nvPr/>
        </p:nvSpPr>
        <p:spPr>
          <a:xfrm>
            <a:off x="431964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7" name="CustomShape 4"/>
          <p:cNvSpPr/>
          <p:nvPr/>
        </p:nvSpPr>
        <p:spPr>
          <a:xfrm>
            <a:off x="8029800" y="160452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8" name="CustomShape 5"/>
          <p:cNvSpPr/>
          <p:nvPr/>
        </p:nvSpPr>
        <p:spPr>
          <a:xfrm>
            <a:off x="60948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9" name="CustomShape 6"/>
          <p:cNvSpPr/>
          <p:nvPr/>
        </p:nvSpPr>
        <p:spPr>
          <a:xfrm>
            <a:off x="431964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0" name="CustomShape 7"/>
          <p:cNvSpPr/>
          <p:nvPr/>
        </p:nvSpPr>
        <p:spPr>
          <a:xfrm>
            <a:off x="8029800" y="3682080"/>
            <a:ext cx="3529080" cy="189288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1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2" name="CustomShape 2"/>
          <p:cNvSpPr/>
          <p:nvPr/>
        </p:nvSpPr>
        <p:spPr>
          <a:xfrm>
            <a:off x="609480" y="160452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3" name="CustomShape 3"/>
          <p:cNvSpPr/>
          <p:nvPr/>
        </p:nvSpPr>
        <p:spPr>
          <a:xfrm>
            <a:off x="2419560" y="160452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4" name="CustomShape 4"/>
          <p:cNvSpPr/>
          <p:nvPr/>
        </p:nvSpPr>
        <p:spPr>
          <a:xfrm>
            <a:off x="609480" y="259524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5" name="CustomShape 5"/>
          <p:cNvSpPr/>
          <p:nvPr/>
        </p:nvSpPr>
        <p:spPr>
          <a:xfrm>
            <a:off x="2419560" y="2595240"/>
            <a:ext cx="172008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6" name="CustomShape 1"/>
          <p:cNvSpPr/>
          <p:nvPr/>
        </p:nvSpPr>
        <p:spPr>
          <a:xfrm>
            <a:off x="1523880" y="1122480"/>
            <a:ext cx="9139320" cy="238284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7" name="CustomShape 2"/>
          <p:cNvSpPr/>
          <p:nvPr/>
        </p:nvSpPr>
        <p:spPr>
          <a:xfrm>
            <a:off x="60948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CustomShape 3"/>
          <p:cNvSpPr/>
          <p:nvPr/>
        </p:nvSpPr>
        <p:spPr>
          <a:xfrm>
            <a:off x="180396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CustomShape 4"/>
          <p:cNvSpPr/>
          <p:nvPr/>
        </p:nvSpPr>
        <p:spPr>
          <a:xfrm>
            <a:off x="2998440" y="160452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0" name="CustomShape 5"/>
          <p:cNvSpPr/>
          <p:nvPr/>
        </p:nvSpPr>
        <p:spPr>
          <a:xfrm>
            <a:off x="60948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1" name="CustomShape 6"/>
          <p:cNvSpPr/>
          <p:nvPr/>
        </p:nvSpPr>
        <p:spPr>
          <a:xfrm>
            <a:off x="180396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2" name="CustomShape 7"/>
          <p:cNvSpPr/>
          <p:nvPr/>
        </p:nvSpPr>
        <p:spPr>
          <a:xfrm>
            <a:off x="2998440" y="2595240"/>
            <a:ext cx="1133640" cy="900720"/>
          </a:xfrm>
          <a:prstGeom prst="rect">
            <a:avLst/>
          </a:prstGeom>
          <a:noFill/>
          <a:ln>
            <a:noFill/>
          </a:ln>
        </p:spPr>
        <p:style>
          <a:lnRef idx="0"/>
          <a:fillRef idx="0"/>
          <a:effectRef idx="0"/>
          <a:fontRef idx="minor"/>
        </p:style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3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4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79</TotalTime>
  <Application>LibreOffice/6.0.7.3$Linux_X86_64 LibreOffice_project/00m0$Build-3</Application>
  <Words>51</Words>
  <Paragraphs>32</Paragraphs>
  <Company>University of Leeds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2019-12-10T11:06:46Z</dcterms:created>
  <dc:creator>Eugeni Vidal Tortosa [ts16evt]</dc:creator>
  <dc:description/>
  <dc:language>en-GB</dc:language>
  <cp:lastModifiedBy/>
  <dcterms:modified xsi:type="dcterms:W3CDTF">2020-01-20T14:14:20Z</dcterms:modified>
  <cp:revision>25</cp:revision>
  <dc:subject/>
  <dc:title>PowerPoint Presentation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AppVersion">
    <vt:lpwstr>16.0000</vt:lpwstr>
  </property>
  <property fmtid="{D5CDD505-2E9C-101B-9397-08002B2CF9AE}" pid="3" name="Company">
    <vt:lpwstr>University of Leeds</vt:lpwstr>
  </property>
  <property fmtid="{D5CDD505-2E9C-101B-9397-08002B2CF9AE}" pid="4" name="HiddenSlides">
    <vt:i4>0</vt:i4>
  </property>
  <property fmtid="{D5CDD505-2E9C-101B-9397-08002B2CF9AE}" pid="5" name="HyperlinksChanged">
    <vt:bool>0</vt:bool>
  </property>
  <property fmtid="{D5CDD505-2E9C-101B-9397-08002B2CF9AE}" pid="6" name="LinksUpToDate">
    <vt:bool>0</vt:bool>
  </property>
  <property fmtid="{D5CDD505-2E9C-101B-9397-08002B2CF9AE}" pid="7" name="MMClips">
    <vt:i4>0</vt:i4>
  </property>
  <property fmtid="{D5CDD505-2E9C-101B-9397-08002B2CF9AE}" pid="8" name="Notes">
    <vt:i4>0</vt:i4>
  </property>
  <property fmtid="{D5CDD505-2E9C-101B-9397-08002B2CF9AE}" pid="9" name="PresentationFormat">
    <vt:lpwstr>Widescreen</vt:lpwstr>
  </property>
  <property fmtid="{D5CDD505-2E9C-101B-9397-08002B2CF9AE}" pid="10" name="ScaleCrop">
    <vt:bool>0</vt:bool>
  </property>
  <property fmtid="{D5CDD505-2E9C-101B-9397-08002B2CF9AE}" pid="11" name="ShareDoc">
    <vt:bool>0</vt:bool>
  </property>
  <property fmtid="{D5CDD505-2E9C-101B-9397-08002B2CF9AE}" pid="12" name="Slides">
    <vt:i4>1</vt:i4>
  </property>
</Properties>
</file>