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 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2"/>
          <p:cNvSpPr/>
          <p:nvPr/>
        </p:nvSpPr>
        <p:spPr>
          <a:xfrm>
            <a:off x="4752000" y="360000"/>
            <a:ext cx="3523320" cy="995040"/>
          </a:xfrm>
          <a:prstGeom prst="rect">
            <a:avLst/>
          </a:prstGeom>
          <a:noFill/>
          <a:ln w="648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3204000" y="936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Cycling use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8" name="CustomShape 4"/>
          <p:cNvSpPr/>
          <p:nvPr/>
        </p:nvSpPr>
        <p:spPr>
          <a:xfrm>
            <a:off x="1764000" y="170568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Leisure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9" name="CustomShape 5"/>
          <p:cNvSpPr/>
          <p:nvPr/>
        </p:nvSpPr>
        <p:spPr>
          <a:xfrm>
            <a:off x="5184000" y="1692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Utility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0" name="CustomShape 6"/>
          <p:cNvSpPr/>
          <p:nvPr/>
        </p:nvSpPr>
        <p:spPr>
          <a:xfrm>
            <a:off x="1584000" y="2412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f58220"/>
                </a:solidFill>
                <a:latin typeface="Arial"/>
                <a:ea typeface="DejaVu Sans"/>
              </a:rPr>
              <a:t>Non-disad.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6408000" y="2412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Developed countries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2" name="CustomShape 8"/>
          <p:cNvSpPr/>
          <p:nvPr/>
        </p:nvSpPr>
        <p:spPr>
          <a:xfrm>
            <a:off x="2988000" y="2412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Developing countries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3" name="CustomShape 9"/>
          <p:cNvSpPr/>
          <p:nvPr/>
        </p:nvSpPr>
        <p:spPr>
          <a:xfrm>
            <a:off x="4536000" y="314568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Cycling is common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4" name="Line 10"/>
          <p:cNvSpPr/>
          <p:nvPr/>
        </p:nvSpPr>
        <p:spPr>
          <a:xfrm>
            <a:off x="3888000" y="2250720"/>
            <a:ext cx="3384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CustomShape 11"/>
          <p:cNvSpPr/>
          <p:nvPr/>
        </p:nvSpPr>
        <p:spPr>
          <a:xfrm>
            <a:off x="3312000" y="3159360"/>
            <a:ext cx="111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66b3"/>
                </a:solidFill>
                <a:latin typeface="Arial"/>
                <a:ea typeface="DejaVu Sans"/>
              </a:rPr>
              <a:t>Disad.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6" name="Line 12"/>
          <p:cNvSpPr/>
          <p:nvPr/>
        </p:nvSpPr>
        <p:spPr>
          <a:xfrm>
            <a:off x="2196000" y="2088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Line 13"/>
          <p:cNvSpPr/>
          <p:nvPr/>
        </p:nvSpPr>
        <p:spPr>
          <a:xfrm>
            <a:off x="3888000" y="225072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Line 14"/>
          <p:cNvSpPr/>
          <p:nvPr/>
        </p:nvSpPr>
        <p:spPr>
          <a:xfrm>
            <a:off x="5580000" y="2088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Line 15"/>
          <p:cNvSpPr/>
          <p:nvPr/>
        </p:nvSpPr>
        <p:spPr>
          <a:xfrm>
            <a:off x="7263360" y="226224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Line 16"/>
          <p:cNvSpPr/>
          <p:nvPr/>
        </p:nvSpPr>
        <p:spPr>
          <a:xfrm>
            <a:off x="5544000" y="2970720"/>
            <a:ext cx="3384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Line 17"/>
          <p:cNvSpPr/>
          <p:nvPr/>
        </p:nvSpPr>
        <p:spPr>
          <a:xfrm>
            <a:off x="5544000" y="297072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Line 18"/>
          <p:cNvSpPr/>
          <p:nvPr/>
        </p:nvSpPr>
        <p:spPr>
          <a:xfrm>
            <a:off x="7236000" y="2808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Line 19"/>
          <p:cNvSpPr/>
          <p:nvPr/>
        </p:nvSpPr>
        <p:spPr>
          <a:xfrm>
            <a:off x="8919360" y="298224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Line 20"/>
          <p:cNvSpPr/>
          <p:nvPr/>
        </p:nvSpPr>
        <p:spPr>
          <a:xfrm>
            <a:off x="2232000" y="1494720"/>
            <a:ext cx="3384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Line 21"/>
          <p:cNvSpPr/>
          <p:nvPr/>
        </p:nvSpPr>
        <p:spPr>
          <a:xfrm>
            <a:off x="2232000" y="149472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Line 22"/>
          <p:cNvSpPr/>
          <p:nvPr/>
        </p:nvSpPr>
        <p:spPr>
          <a:xfrm>
            <a:off x="3924000" y="1332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Line 23"/>
          <p:cNvSpPr/>
          <p:nvPr/>
        </p:nvSpPr>
        <p:spPr>
          <a:xfrm>
            <a:off x="5607360" y="150624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Line 24"/>
          <p:cNvSpPr/>
          <p:nvPr/>
        </p:nvSpPr>
        <p:spPr>
          <a:xfrm>
            <a:off x="3888000" y="2844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Line 25"/>
          <p:cNvSpPr/>
          <p:nvPr/>
        </p:nvSpPr>
        <p:spPr>
          <a:xfrm>
            <a:off x="5544000" y="3708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26"/>
          <p:cNvSpPr/>
          <p:nvPr/>
        </p:nvSpPr>
        <p:spPr>
          <a:xfrm>
            <a:off x="4968000" y="397368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666666"/>
                </a:solidFill>
                <a:latin typeface="Arial"/>
                <a:ea typeface="DejaVu Sans"/>
              </a:rPr>
              <a:t>No dif.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81" name="CustomShape 27"/>
          <p:cNvSpPr/>
          <p:nvPr/>
        </p:nvSpPr>
        <p:spPr>
          <a:xfrm>
            <a:off x="8100000" y="3168000"/>
            <a:ext cx="179964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latin typeface="Arial"/>
              </a:rPr>
              <a:t>Cycling is rare</a:t>
            </a:r>
            <a:endParaRPr b="0" lang="en-GB" sz="18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2"/>
          <p:cNvSpPr/>
          <p:nvPr/>
        </p:nvSpPr>
        <p:spPr>
          <a:xfrm>
            <a:off x="60948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CustomShape 3"/>
          <p:cNvSpPr/>
          <p:nvPr/>
        </p:nvSpPr>
        <p:spPr>
          <a:xfrm>
            <a:off x="431964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CustomShape 4"/>
          <p:cNvSpPr/>
          <p:nvPr/>
        </p:nvSpPr>
        <p:spPr>
          <a:xfrm>
            <a:off x="802980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CustomShape 5"/>
          <p:cNvSpPr/>
          <p:nvPr/>
        </p:nvSpPr>
        <p:spPr>
          <a:xfrm>
            <a:off x="60948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CustomShape 6"/>
          <p:cNvSpPr/>
          <p:nvPr/>
        </p:nvSpPr>
        <p:spPr>
          <a:xfrm>
            <a:off x="431964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CustomShape 7"/>
          <p:cNvSpPr/>
          <p:nvPr/>
        </p:nvSpPr>
        <p:spPr>
          <a:xfrm>
            <a:off x="802980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2"/>
          <p:cNvSpPr/>
          <p:nvPr/>
        </p:nvSpPr>
        <p:spPr>
          <a:xfrm>
            <a:off x="609480" y="160452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3"/>
          <p:cNvSpPr/>
          <p:nvPr/>
        </p:nvSpPr>
        <p:spPr>
          <a:xfrm>
            <a:off x="2419560" y="160452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CustomShape 4"/>
          <p:cNvSpPr/>
          <p:nvPr/>
        </p:nvSpPr>
        <p:spPr>
          <a:xfrm>
            <a:off x="609480" y="259524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CustomShape 5"/>
          <p:cNvSpPr/>
          <p:nvPr/>
        </p:nvSpPr>
        <p:spPr>
          <a:xfrm>
            <a:off x="2419560" y="259524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CustomShape 2"/>
          <p:cNvSpPr/>
          <p:nvPr/>
        </p:nvSpPr>
        <p:spPr>
          <a:xfrm>
            <a:off x="60948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CustomShape 3"/>
          <p:cNvSpPr/>
          <p:nvPr/>
        </p:nvSpPr>
        <p:spPr>
          <a:xfrm>
            <a:off x="180396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CustomShape 4"/>
          <p:cNvSpPr/>
          <p:nvPr/>
        </p:nvSpPr>
        <p:spPr>
          <a:xfrm>
            <a:off x="299844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CustomShape 5"/>
          <p:cNvSpPr/>
          <p:nvPr/>
        </p:nvSpPr>
        <p:spPr>
          <a:xfrm>
            <a:off x="60948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CustomShape 6"/>
          <p:cNvSpPr/>
          <p:nvPr/>
        </p:nvSpPr>
        <p:spPr>
          <a:xfrm>
            <a:off x="180396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CustomShape 7"/>
          <p:cNvSpPr/>
          <p:nvPr/>
        </p:nvSpPr>
        <p:spPr>
          <a:xfrm>
            <a:off x="299844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LibreOffice/6.0.7.3$Linux_X86_64 LibreOffice_project/00m0$Build-3</Applicat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2020-01-20T14:15:03Z</dcterms:modified>
  <cp:revision>25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University of Leeds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