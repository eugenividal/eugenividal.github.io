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2" r:id="rId1"/>
  </p:sldMasterIdLst>
  <p:handoutMasterIdLst>
    <p:handoutMasterId r:id="rId3"/>
  </p:handoutMasterIdLst>
  <p:sldIdLst>
    <p:sldId id="256" r:id="rId2"/>
  </p:sldIdLst>
  <p:sldSz cx="22631400" cy="32042100"/>
  <p:notesSz cx="7104063" cy="10234613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137">
          <p15:clr>
            <a:srgbClr val="A4A3A4"/>
          </p15:clr>
        </p15:guide>
        <p15:guide id="2" pos="71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5953C3"/>
    <a:srgbClr val="FF0000"/>
    <a:srgbClr val="FE9914"/>
    <a:srgbClr val="FF6633"/>
    <a:srgbClr val="410E82"/>
    <a:srgbClr val="0C479D"/>
    <a:srgbClr val="0183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1499" autoAdjust="0"/>
    <p:restoredTop sz="91788" autoAdjust="0"/>
  </p:normalViewPr>
  <p:slideViewPr>
    <p:cSldViewPr showGuides="1">
      <p:cViewPr>
        <p:scale>
          <a:sx n="33" d="100"/>
          <a:sy n="33" d="100"/>
        </p:scale>
        <p:origin x="1530" y="-3396"/>
      </p:cViewPr>
      <p:guideLst>
        <p:guide orient="horz" pos="10137"/>
        <p:guide pos="71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78202" cy="512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61" tIns="49530" rIns="99061" bIns="49530" numCol="1" anchor="t" anchorCtr="0" compatLnSpc="1">
            <a:prstTxWarp prst="textNoShape">
              <a:avLst/>
            </a:prstTxWarp>
          </a:bodyPr>
          <a:lstStyle>
            <a:lvl1pPr defTabSz="991138" eaLnBrk="1" hangingPunct="1">
              <a:defRPr sz="1300"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5861" y="1"/>
            <a:ext cx="3078202" cy="512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61" tIns="49530" rIns="99061" bIns="49530" numCol="1" anchor="t" anchorCtr="0" compatLnSpc="1">
            <a:prstTxWarp prst="textNoShape">
              <a:avLst/>
            </a:prstTxWarp>
          </a:bodyPr>
          <a:lstStyle>
            <a:lvl1pPr algn="r" defTabSz="991138" eaLnBrk="1" hangingPunct="1">
              <a:defRPr sz="1300"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100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722478"/>
            <a:ext cx="3078202" cy="512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61" tIns="49530" rIns="99061" bIns="49530" numCol="1" anchor="b" anchorCtr="0" compatLnSpc="1">
            <a:prstTxWarp prst="textNoShape">
              <a:avLst/>
            </a:prstTxWarp>
          </a:bodyPr>
          <a:lstStyle>
            <a:lvl1pPr defTabSz="991138" eaLnBrk="1" hangingPunct="1">
              <a:defRPr sz="1300"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101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5861" y="9722478"/>
            <a:ext cx="3078202" cy="512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61" tIns="49530" rIns="99061" bIns="49530" numCol="1" anchor="b" anchorCtr="0" compatLnSpc="1">
            <a:prstTxWarp prst="textNoShape">
              <a:avLst/>
            </a:prstTxWarp>
          </a:bodyPr>
          <a:lstStyle>
            <a:lvl1pPr algn="r" defTabSz="991138" eaLnBrk="1" hangingPunct="1">
              <a:defRPr sz="1300"/>
            </a:lvl1pPr>
          </a:lstStyle>
          <a:p>
            <a:pPr>
              <a:defRPr/>
            </a:pPr>
            <a:fld id="{07055A48-C4BE-479D-B42B-D308923667F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300440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44350" y="8267691"/>
            <a:ext cx="17523064" cy="8544565"/>
          </a:xfrm>
        </p:spPr>
        <p:txBody>
          <a:bodyPr anchor="b"/>
          <a:lstStyle>
            <a:lvl1pPr algn="ctr">
              <a:defRPr sz="1336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44350" y="16812242"/>
            <a:ext cx="17523064" cy="490521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1131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263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3394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4526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56578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6789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79209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9052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A0210D-D02E-47ED-9D6E-01DBFB2966DE}" type="datetimeFigureOut">
              <a:rPr lang="en-US"/>
              <a:pPr>
                <a:defRPr/>
              </a:pPr>
              <a:t>9/3/2018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CE9381-D47E-4631-99FA-7F4E65A98B8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248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BC1F00-2BE8-411A-A0A0-737B9F4CCD22}" type="datetimeFigureOut">
              <a:rPr lang="en-US"/>
              <a:pPr>
                <a:defRPr/>
              </a:pPr>
              <a:t>9/3/2018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C0771-52EC-4EC3-8F71-EF32FFD7E6F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3843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4590" y="8228103"/>
            <a:ext cx="17802460" cy="8544621"/>
          </a:xfrm>
        </p:spPr>
        <p:txBody>
          <a:bodyPr anchor="b"/>
          <a:lstStyle>
            <a:lvl1pPr algn="ctr">
              <a:defRPr sz="99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04590" y="16772713"/>
            <a:ext cx="17802460" cy="7041291"/>
          </a:xfrm>
        </p:spPr>
        <p:txBody>
          <a:bodyPr/>
          <a:lstStyle>
            <a:lvl1pPr marL="0" indent="0" algn="ctr">
              <a:buNone/>
              <a:defRPr sz="4950">
                <a:solidFill>
                  <a:schemeClr val="tx1"/>
                </a:solidFill>
              </a:defRPr>
            </a:lvl1pPr>
            <a:lvl2pPr marL="1131570" indent="0">
              <a:buNone/>
              <a:defRPr sz="4455">
                <a:solidFill>
                  <a:schemeClr val="tx1">
                    <a:tint val="75000"/>
                  </a:schemeClr>
                </a:solidFill>
              </a:defRPr>
            </a:lvl2pPr>
            <a:lvl3pPr marL="2263140" indent="0">
              <a:buNone/>
              <a:defRPr sz="3960">
                <a:solidFill>
                  <a:schemeClr val="tx1">
                    <a:tint val="75000"/>
                  </a:schemeClr>
                </a:solidFill>
              </a:defRPr>
            </a:lvl3pPr>
            <a:lvl4pPr marL="3394710" indent="0">
              <a:buNone/>
              <a:defRPr sz="3465">
                <a:solidFill>
                  <a:schemeClr val="tx1">
                    <a:tint val="75000"/>
                  </a:schemeClr>
                </a:solidFill>
              </a:defRPr>
            </a:lvl4pPr>
            <a:lvl5pPr marL="4526280" indent="0">
              <a:buNone/>
              <a:defRPr sz="3465">
                <a:solidFill>
                  <a:schemeClr val="tx1">
                    <a:tint val="75000"/>
                  </a:schemeClr>
                </a:solidFill>
              </a:defRPr>
            </a:lvl5pPr>
            <a:lvl6pPr marL="5657850" indent="0">
              <a:buNone/>
              <a:defRPr sz="3465">
                <a:solidFill>
                  <a:schemeClr val="tx1">
                    <a:tint val="75000"/>
                  </a:schemeClr>
                </a:solidFill>
              </a:defRPr>
            </a:lvl6pPr>
            <a:lvl7pPr marL="6789420" indent="0">
              <a:buNone/>
              <a:defRPr sz="3465">
                <a:solidFill>
                  <a:schemeClr val="tx1">
                    <a:tint val="75000"/>
                  </a:schemeClr>
                </a:solidFill>
              </a:defRPr>
            </a:lvl7pPr>
            <a:lvl8pPr marL="7920990" indent="0">
              <a:buNone/>
              <a:defRPr sz="3465">
                <a:solidFill>
                  <a:schemeClr val="tx1">
                    <a:tint val="75000"/>
                  </a:schemeClr>
                </a:solidFill>
              </a:defRPr>
            </a:lvl8pPr>
            <a:lvl9pPr marL="9052560" indent="0">
              <a:buNone/>
              <a:defRPr sz="34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31D199-21A0-437E-8353-6599038A2900}" type="datetimeFigureOut">
              <a:rPr lang="en-US"/>
              <a:pPr>
                <a:defRPr/>
              </a:pPr>
              <a:t>9/3/2018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99C4A1-AD78-44DB-932B-3B900C773AD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383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96235" y="8094387"/>
            <a:ext cx="9393548" cy="189633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14120" y="8094394"/>
            <a:ext cx="9401285" cy="189633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555683-F880-4189-8B1E-36BA34D85F8D}" type="datetimeFigureOut">
              <a:rPr lang="en-US"/>
              <a:pPr>
                <a:defRPr/>
              </a:pPr>
              <a:t>9/3/2018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157479-7E08-4FF8-8983-5B2FC1AF6D1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768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50" y="8270875"/>
            <a:ext cx="9374188" cy="1921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8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1125" y="8270875"/>
            <a:ext cx="9374188" cy="1921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67150" y="8574715"/>
            <a:ext cx="9051714" cy="2545819"/>
          </a:xfrm>
        </p:spPr>
        <p:txBody>
          <a:bodyPr anchor="b">
            <a:noAutofit/>
          </a:bodyPr>
          <a:lstStyle>
            <a:lvl1pPr marL="0" indent="0" algn="ctr">
              <a:buNone/>
              <a:defRPr sz="5940" b="0"/>
            </a:lvl1pPr>
            <a:lvl2pPr marL="1131570" indent="0">
              <a:buNone/>
              <a:defRPr sz="4950" b="1"/>
            </a:lvl2pPr>
            <a:lvl3pPr marL="2263140" indent="0">
              <a:buNone/>
              <a:defRPr sz="4455" b="1"/>
            </a:lvl3pPr>
            <a:lvl4pPr marL="3394710" indent="0">
              <a:buNone/>
              <a:defRPr sz="3960" b="1"/>
            </a:lvl4pPr>
            <a:lvl5pPr marL="4526280" indent="0">
              <a:buNone/>
              <a:defRPr sz="3960" b="1"/>
            </a:lvl5pPr>
            <a:lvl6pPr marL="5657850" indent="0">
              <a:buNone/>
              <a:defRPr sz="3960" b="1"/>
            </a:lvl6pPr>
            <a:lvl7pPr marL="6789420" indent="0">
              <a:buNone/>
              <a:defRPr sz="3960" b="1"/>
            </a:lvl7pPr>
            <a:lvl8pPr marL="7920990" indent="0">
              <a:buNone/>
              <a:defRPr sz="3960" b="1"/>
            </a:lvl8pPr>
            <a:lvl9pPr marL="9052560" indent="0">
              <a:buNone/>
              <a:defRPr sz="396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67150" y="11120536"/>
            <a:ext cx="9051714" cy="15937244"/>
          </a:xfrm>
        </p:spPr>
        <p:txBody>
          <a:bodyPr/>
          <a:lstStyle>
            <a:lvl1pPr>
              <a:defRPr sz="4455"/>
            </a:lvl1pPr>
            <a:lvl2pPr>
              <a:defRPr sz="3960"/>
            </a:lvl2pPr>
            <a:lvl3pPr>
              <a:defRPr sz="3465"/>
            </a:lvl3pPr>
            <a:lvl4pPr>
              <a:defRPr sz="2970"/>
            </a:lvl4pPr>
            <a:lvl5pPr>
              <a:defRPr sz="297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685032" y="8574722"/>
            <a:ext cx="9086958" cy="2545814"/>
          </a:xfrm>
        </p:spPr>
        <p:txBody>
          <a:bodyPr anchor="b">
            <a:noAutofit/>
          </a:bodyPr>
          <a:lstStyle>
            <a:lvl1pPr marL="0" indent="0" algn="ctr">
              <a:buNone/>
              <a:defRPr sz="5940" b="0"/>
            </a:lvl1pPr>
            <a:lvl2pPr marL="1131570" indent="0">
              <a:buNone/>
              <a:defRPr sz="4950" b="1"/>
            </a:lvl2pPr>
            <a:lvl3pPr marL="2263140" indent="0">
              <a:buNone/>
              <a:defRPr sz="4455" b="1"/>
            </a:lvl3pPr>
            <a:lvl4pPr marL="3394710" indent="0">
              <a:buNone/>
              <a:defRPr sz="3960" b="1"/>
            </a:lvl4pPr>
            <a:lvl5pPr marL="4526280" indent="0">
              <a:buNone/>
              <a:defRPr sz="3960" b="1"/>
            </a:lvl5pPr>
            <a:lvl6pPr marL="5657850" indent="0">
              <a:buNone/>
              <a:defRPr sz="3960" b="1"/>
            </a:lvl6pPr>
            <a:lvl7pPr marL="6789420" indent="0">
              <a:buNone/>
              <a:defRPr sz="3960" b="1"/>
            </a:lvl7pPr>
            <a:lvl8pPr marL="7920990" indent="0">
              <a:buNone/>
              <a:defRPr sz="3960" b="1"/>
            </a:lvl8pPr>
            <a:lvl9pPr marL="9052560" indent="0">
              <a:buNone/>
              <a:defRPr sz="396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685032" y="11120536"/>
            <a:ext cx="9086958" cy="15937244"/>
          </a:xfrm>
        </p:spPr>
        <p:txBody>
          <a:bodyPr/>
          <a:lstStyle>
            <a:lvl1pPr>
              <a:defRPr sz="4455"/>
            </a:lvl1pPr>
            <a:lvl2pPr>
              <a:defRPr sz="3960"/>
            </a:lvl2pPr>
            <a:lvl3pPr>
              <a:defRPr sz="3465"/>
            </a:lvl3pPr>
            <a:lvl4pPr>
              <a:defRPr sz="2970"/>
            </a:lvl4pPr>
            <a:lvl5pPr>
              <a:defRPr sz="297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3AFD89-BF12-4D3B-AEAC-19101A800967}" type="datetimeFigureOut">
              <a:rPr lang="en-US"/>
              <a:pPr>
                <a:defRPr/>
              </a:pPr>
              <a:t>9/3/2018</a:t>
            </a:fld>
            <a:endParaRPr lang="en-US" dirty="0"/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
              </a:t>
            </a:r>
            <a:endParaRPr lang="en-US" dirty="0"/>
          </a:p>
        </p:txBody>
      </p:sp>
      <p:sp>
        <p:nvSpPr>
          <p:cNvPr id="11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0D035D-0FA4-481D-A9D0-DA87895ACCA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533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29DC3C-DEB4-4AA7-9DCD-72586F2CDFA0}" type="datetimeFigureOut">
              <a:rPr lang="en-US"/>
              <a:pPr>
                <a:defRPr/>
              </a:pPr>
              <a:t>9/3/2018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980DE0-D282-46D6-A52A-6F8B5D51610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15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AF6646-E4AE-4B73-9570-10F62A445650}" type="datetimeFigureOut">
              <a:rPr lang="en-US"/>
              <a:pPr>
                <a:defRPr/>
              </a:pPr>
              <a:t>9/3/2018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55E5DE-5789-4DD9-A88C-33B36B1D260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287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6235" y="2848187"/>
            <a:ext cx="6880913" cy="8512406"/>
          </a:xfrm>
        </p:spPr>
        <p:txBody>
          <a:bodyPr anchor="b"/>
          <a:lstStyle>
            <a:lvl1pPr algn="ctr">
              <a:defRPr sz="594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13271" y="2848187"/>
            <a:ext cx="11902134" cy="242095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96235" y="11360595"/>
            <a:ext cx="6880913" cy="15697176"/>
          </a:xfrm>
        </p:spPr>
        <p:txBody>
          <a:bodyPr/>
          <a:lstStyle>
            <a:lvl1pPr marL="0" indent="0" algn="ctr">
              <a:buNone/>
              <a:defRPr sz="3960"/>
            </a:lvl1pPr>
            <a:lvl2pPr marL="1131570" indent="0">
              <a:buNone/>
              <a:defRPr sz="2970"/>
            </a:lvl2pPr>
            <a:lvl3pPr marL="2263140" indent="0">
              <a:buNone/>
              <a:defRPr sz="2475"/>
            </a:lvl3pPr>
            <a:lvl4pPr marL="3394710" indent="0">
              <a:buNone/>
              <a:defRPr sz="2228"/>
            </a:lvl4pPr>
            <a:lvl5pPr marL="4526280" indent="0">
              <a:buNone/>
              <a:defRPr sz="2228"/>
            </a:lvl5pPr>
            <a:lvl6pPr marL="5657850" indent="0">
              <a:buNone/>
              <a:defRPr sz="2228"/>
            </a:lvl6pPr>
            <a:lvl7pPr marL="6789420" indent="0">
              <a:buNone/>
              <a:defRPr sz="2228"/>
            </a:lvl7pPr>
            <a:lvl8pPr marL="7920990" indent="0">
              <a:buNone/>
              <a:defRPr sz="2228"/>
            </a:lvl8pPr>
            <a:lvl9pPr marL="9052560" indent="0">
              <a:buNone/>
              <a:defRPr sz="2228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C5E142-C5BF-449F-82E7-D18A2AF3220A}" type="datetimeFigureOut">
              <a:rPr lang="en-US"/>
              <a:pPr>
                <a:defRPr/>
              </a:pPr>
              <a:t>9/3/2018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D7447A-685B-4D30-96C7-47B3978EDEC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8925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1975" y="2849563"/>
            <a:ext cx="8483600" cy="243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6234" y="2849696"/>
            <a:ext cx="9713573" cy="8547074"/>
          </a:xfrm>
        </p:spPr>
        <p:txBody>
          <a:bodyPr anchor="b">
            <a:noAutofit/>
          </a:bodyPr>
          <a:lstStyle>
            <a:lvl1pPr algn="ctr">
              <a:defRPr sz="792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317403" y="3476082"/>
            <a:ext cx="7834303" cy="22953796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/>
          <a:lstStyle>
            <a:lvl1pPr marL="0" indent="0" algn="ctr">
              <a:buNone/>
              <a:defRPr sz="3960"/>
            </a:lvl1pPr>
            <a:lvl2pPr marL="1131570" indent="0">
              <a:buNone/>
              <a:defRPr sz="3960"/>
            </a:lvl2pPr>
            <a:lvl3pPr marL="2263140" indent="0">
              <a:buNone/>
              <a:defRPr sz="3960"/>
            </a:lvl3pPr>
            <a:lvl4pPr marL="3394710" indent="0">
              <a:buNone/>
              <a:defRPr sz="3960"/>
            </a:lvl4pPr>
            <a:lvl5pPr marL="4526280" indent="0">
              <a:buNone/>
              <a:defRPr sz="3960"/>
            </a:lvl5pPr>
            <a:lvl6pPr marL="5657850" indent="0">
              <a:buNone/>
              <a:defRPr sz="3960"/>
            </a:lvl6pPr>
            <a:lvl7pPr marL="6789420" indent="0">
              <a:buNone/>
              <a:defRPr sz="3960"/>
            </a:lvl7pPr>
            <a:lvl8pPr marL="7920990" indent="0">
              <a:buNone/>
              <a:defRPr sz="3960"/>
            </a:lvl8pPr>
            <a:lvl9pPr marL="9052560" indent="0">
              <a:buNone/>
              <a:defRPr sz="396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96234" y="11396770"/>
            <a:ext cx="9713573" cy="15774048"/>
          </a:xfrm>
        </p:spPr>
        <p:txBody>
          <a:bodyPr/>
          <a:lstStyle>
            <a:lvl1pPr marL="0" indent="0" algn="ctr">
              <a:buNone/>
              <a:defRPr sz="3960"/>
            </a:lvl1pPr>
            <a:lvl2pPr marL="1131570" indent="0">
              <a:buNone/>
              <a:defRPr sz="2970"/>
            </a:lvl2pPr>
            <a:lvl3pPr marL="2263140" indent="0">
              <a:buNone/>
              <a:defRPr sz="2475"/>
            </a:lvl3pPr>
            <a:lvl4pPr marL="3394710" indent="0">
              <a:buNone/>
              <a:defRPr sz="2228"/>
            </a:lvl4pPr>
            <a:lvl5pPr marL="4526280" indent="0">
              <a:buNone/>
              <a:defRPr sz="2228"/>
            </a:lvl5pPr>
            <a:lvl6pPr marL="5657850" indent="0">
              <a:buNone/>
              <a:defRPr sz="2228"/>
            </a:lvl6pPr>
            <a:lvl7pPr marL="6789420" indent="0">
              <a:buNone/>
              <a:defRPr sz="2228"/>
            </a:lvl7pPr>
            <a:lvl8pPr marL="7920990" indent="0">
              <a:buNone/>
              <a:defRPr sz="2228"/>
            </a:lvl8pPr>
            <a:lvl9pPr marL="9052560" indent="0">
              <a:buNone/>
              <a:defRPr sz="2228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66FE67-35F6-4344-B886-BA177B6CFF17}" type="datetimeFigureOut">
              <a:rPr lang="en-US"/>
              <a:pPr>
                <a:defRPr/>
              </a:pPr>
              <a:t>9/3/2018</a:t>
            </a:fld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
              </a:t>
            </a:r>
            <a:endParaRPr lang="en-US" dirty="0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8F5158-38FA-4089-ACA7-196FE9E6F9B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400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500" y="2524125"/>
            <a:ext cx="18948400" cy="1791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6252" y="21329886"/>
            <a:ext cx="19222075" cy="2539222"/>
          </a:xfrm>
        </p:spPr>
        <p:txBody>
          <a:bodyPr anchor="b"/>
          <a:lstStyle>
            <a:lvl1pPr algn="ctr">
              <a:defRPr sz="693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92387" y="3247244"/>
            <a:ext cx="18031860" cy="16472718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/>
          <a:lstStyle>
            <a:lvl1pPr marL="0" indent="0" algn="ctr">
              <a:buNone/>
              <a:defRPr sz="4950"/>
            </a:lvl1pPr>
            <a:lvl2pPr marL="1131570" indent="0">
              <a:buNone/>
              <a:defRPr sz="4950"/>
            </a:lvl2pPr>
            <a:lvl3pPr marL="2263140" indent="0">
              <a:buNone/>
              <a:defRPr sz="4950"/>
            </a:lvl3pPr>
            <a:lvl4pPr marL="3394710" indent="0">
              <a:buNone/>
              <a:defRPr sz="4950"/>
            </a:lvl4pPr>
            <a:lvl5pPr marL="4526280" indent="0">
              <a:buNone/>
              <a:defRPr sz="4950"/>
            </a:lvl5pPr>
            <a:lvl6pPr marL="5657850" indent="0">
              <a:buNone/>
              <a:defRPr sz="4950"/>
            </a:lvl6pPr>
            <a:lvl7pPr marL="6789420" indent="0">
              <a:buNone/>
              <a:defRPr sz="4950"/>
            </a:lvl7pPr>
            <a:lvl8pPr marL="7920990" indent="0">
              <a:buNone/>
              <a:defRPr sz="4950"/>
            </a:lvl8pPr>
            <a:lvl9pPr marL="9052560" indent="0">
              <a:buNone/>
              <a:defRPr sz="495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96231" y="23869112"/>
            <a:ext cx="19219172" cy="3188661"/>
          </a:xfrm>
        </p:spPr>
        <p:txBody>
          <a:bodyPr/>
          <a:lstStyle>
            <a:lvl1pPr marL="0" indent="0" algn="ctr">
              <a:buNone/>
              <a:defRPr sz="3960"/>
            </a:lvl1pPr>
            <a:lvl2pPr marL="1131570" indent="0">
              <a:buNone/>
              <a:defRPr sz="3465"/>
            </a:lvl2pPr>
            <a:lvl3pPr marL="2263140" indent="0">
              <a:buNone/>
              <a:defRPr sz="2970"/>
            </a:lvl3pPr>
            <a:lvl4pPr marL="3394710" indent="0">
              <a:buNone/>
              <a:defRPr sz="2475"/>
            </a:lvl4pPr>
            <a:lvl5pPr marL="4526280" indent="0">
              <a:buNone/>
              <a:defRPr sz="2475"/>
            </a:lvl5pPr>
            <a:lvl6pPr marL="5657850" indent="0">
              <a:buNone/>
              <a:defRPr sz="2475"/>
            </a:lvl6pPr>
            <a:lvl7pPr marL="6789420" indent="0">
              <a:buNone/>
              <a:defRPr sz="2475"/>
            </a:lvl7pPr>
            <a:lvl8pPr marL="7920990" indent="0">
              <a:buNone/>
              <a:defRPr sz="2475"/>
            </a:lvl8pPr>
            <a:lvl9pPr marL="9052560" indent="0">
              <a:buNone/>
              <a:defRPr sz="24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062B0F-B48C-4520-8710-D3939ADC6071}" type="datetimeFigureOut">
              <a:rPr lang="en-US"/>
              <a:pPr>
                <a:defRPr/>
              </a:pPr>
              <a:t>9/3/2018</a:t>
            </a:fld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
              </a:t>
            </a:r>
            <a:endParaRPr lang="en-US" dirty="0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0F7149-A641-489B-84DD-71BADD70813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758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6231" y="2842753"/>
            <a:ext cx="19219172" cy="16513241"/>
          </a:xfrm>
        </p:spPr>
        <p:txBody>
          <a:bodyPr/>
          <a:lstStyle>
            <a:lvl1pPr>
              <a:defRPr sz="792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96231" y="20068035"/>
            <a:ext cx="19219172" cy="7016865"/>
          </a:xfrm>
        </p:spPr>
        <p:txBody>
          <a:bodyPr anchor="ctr"/>
          <a:lstStyle>
            <a:lvl1pPr marL="0" indent="0" algn="ctr">
              <a:buNone/>
              <a:defRPr sz="3960"/>
            </a:lvl1pPr>
            <a:lvl2pPr marL="1131570" indent="0">
              <a:buNone/>
              <a:defRPr sz="3465"/>
            </a:lvl2pPr>
            <a:lvl3pPr marL="2263140" indent="0">
              <a:buNone/>
              <a:defRPr sz="2970"/>
            </a:lvl3pPr>
            <a:lvl4pPr marL="3394710" indent="0">
              <a:buNone/>
              <a:defRPr sz="2475"/>
            </a:lvl4pPr>
            <a:lvl5pPr marL="4526280" indent="0">
              <a:buNone/>
              <a:defRPr sz="2475"/>
            </a:lvl5pPr>
            <a:lvl6pPr marL="5657850" indent="0">
              <a:buNone/>
              <a:defRPr sz="2475"/>
            </a:lvl6pPr>
            <a:lvl7pPr marL="6789420" indent="0">
              <a:buNone/>
              <a:defRPr sz="2475"/>
            </a:lvl7pPr>
            <a:lvl8pPr marL="7920990" indent="0">
              <a:buNone/>
              <a:defRPr sz="2475"/>
            </a:lvl8pPr>
            <a:lvl9pPr marL="9052560" indent="0">
              <a:buNone/>
              <a:defRPr sz="24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BF97EB-BA86-4FBF-8F1B-521B82589727}" type="datetimeFigureOut">
              <a:rPr lang="en-US"/>
              <a:pPr>
                <a:defRPr/>
              </a:pPr>
              <a:t>9/3/2018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1FF7E1-1D5D-492D-A05A-342936536D4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6024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52575" y="4083050"/>
            <a:ext cx="1131888" cy="2732088"/>
          </a:xfrm>
          <a:prstGeom prst="rect">
            <a:avLst/>
          </a:prstGeom>
        </p:spPr>
        <p:txBody>
          <a:bodyPr lIns="226314" tIns="113157" rIns="226314" bIns="113157" anchor="ctr"/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US" sz="19800" dirty="0">
                <a:effectLst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375438" y="13704888"/>
            <a:ext cx="1131887" cy="2732087"/>
          </a:xfrm>
          <a:prstGeom prst="rect">
            <a:avLst/>
          </a:prstGeom>
        </p:spPr>
        <p:txBody>
          <a:bodyPr lIns="226314" tIns="113157" rIns="226314" bIns="113157" anchor="ctr"/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algn="r">
              <a:defRPr/>
            </a:pPr>
            <a:r>
              <a:rPr lang="en-US" sz="19800" dirty="0"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4531" y="2848186"/>
            <a:ext cx="17268233" cy="13983513"/>
          </a:xfrm>
        </p:spPr>
        <p:txBody>
          <a:bodyPr/>
          <a:lstStyle>
            <a:lvl1pPr>
              <a:defRPr sz="792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3193948" y="16866879"/>
            <a:ext cx="16246454" cy="2489122"/>
          </a:xfrm>
        </p:spPr>
        <p:txBody>
          <a:bodyPr/>
          <a:lstStyle>
            <a:lvl1pPr marL="0" indent="0" algn="r">
              <a:buNone/>
              <a:defRPr sz="3465"/>
            </a:lvl1pPr>
            <a:lvl2pPr marL="1131570" indent="0">
              <a:buNone/>
              <a:defRPr sz="3465"/>
            </a:lvl2pPr>
            <a:lvl3pPr marL="2263140" indent="0">
              <a:buNone/>
              <a:defRPr sz="2970"/>
            </a:lvl3pPr>
            <a:lvl4pPr marL="3394710" indent="0">
              <a:buNone/>
              <a:defRPr sz="2475"/>
            </a:lvl4pPr>
            <a:lvl5pPr marL="4526280" indent="0">
              <a:buNone/>
              <a:defRPr sz="2475"/>
            </a:lvl5pPr>
            <a:lvl6pPr marL="5657850" indent="0">
              <a:buNone/>
              <a:defRPr sz="2475"/>
            </a:lvl6pPr>
            <a:lvl7pPr marL="6789420" indent="0">
              <a:buNone/>
              <a:defRPr sz="2475"/>
            </a:lvl7pPr>
            <a:lvl8pPr marL="7920990" indent="0">
              <a:buNone/>
              <a:defRPr sz="2475"/>
            </a:lvl8pPr>
            <a:lvl9pPr marL="9052560" indent="0">
              <a:buNone/>
              <a:defRPr sz="24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96231" y="20110894"/>
            <a:ext cx="19219172" cy="6959256"/>
          </a:xfrm>
        </p:spPr>
        <p:txBody>
          <a:bodyPr anchor="ctr"/>
          <a:lstStyle>
            <a:lvl1pPr marL="0" indent="0" algn="ctr">
              <a:buNone/>
              <a:defRPr sz="3960"/>
            </a:lvl1pPr>
            <a:lvl2pPr marL="1131570" indent="0">
              <a:buNone/>
              <a:defRPr sz="3465"/>
            </a:lvl2pPr>
            <a:lvl3pPr marL="2263140" indent="0">
              <a:buNone/>
              <a:defRPr sz="2970"/>
            </a:lvl3pPr>
            <a:lvl4pPr marL="3394710" indent="0">
              <a:buNone/>
              <a:defRPr sz="2475"/>
            </a:lvl4pPr>
            <a:lvl5pPr marL="4526280" indent="0">
              <a:buNone/>
              <a:defRPr sz="2475"/>
            </a:lvl5pPr>
            <a:lvl6pPr marL="5657850" indent="0">
              <a:buNone/>
              <a:defRPr sz="2475"/>
            </a:lvl6pPr>
            <a:lvl7pPr marL="6789420" indent="0">
              <a:buNone/>
              <a:defRPr sz="2475"/>
            </a:lvl7pPr>
            <a:lvl8pPr marL="7920990" indent="0">
              <a:buNone/>
              <a:defRPr sz="2475"/>
            </a:lvl8pPr>
            <a:lvl9pPr marL="9052560" indent="0">
              <a:buNone/>
              <a:defRPr sz="24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2CBB78-6ED6-49D0-A6E0-B796A3E25DDB}" type="datetimeFigureOut">
              <a:rPr lang="en-US"/>
              <a:pPr>
                <a:defRPr/>
              </a:pPr>
              <a:t>9/3/2018</a:t>
            </a:fld>
            <a:endParaRPr lang="en-US" dirty="0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3D0986-E16B-430E-B1B8-5231BEBC608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4845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6231" y="9937553"/>
            <a:ext cx="19219172" cy="11735851"/>
          </a:xfrm>
        </p:spPr>
        <p:txBody>
          <a:bodyPr anchor="b"/>
          <a:lstStyle>
            <a:lvl1pPr>
              <a:defRPr sz="792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96215" y="21728431"/>
            <a:ext cx="19216269" cy="5329342"/>
          </a:xfrm>
        </p:spPr>
        <p:txBody>
          <a:bodyPr/>
          <a:lstStyle>
            <a:lvl1pPr marL="0" indent="0" algn="ctr">
              <a:buNone/>
              <a:defRPr sz="3960"/>
            </a:lvl1pPr>
            <a:lvl2pPr marL="1131570" indent="0">
              <a:buNone/>
              <a:defRPr sz="3465"/>
            </a:lvl2pPr>
            <a:lvl3pPr marL="2263140" indent="0">
              <a:buNone/>
              <a:defRPr sz="2970"/>
            </a:lvl3pPr>
            <a:lvl4pPr marL="3394710" indent="0">
              <a:buNone/>
              <a:defRPr sz="2475"/>
            </a:lvl4pPr>
            <a:lvl5pPr marL="4526280" indent="0">
              <a:buNone/>
              <a:defRPr sz="2475"/>
            </a:lvl5pPr>
            <a:lvl6pPr marL="5657850" indent="0">
              <a:buNone/>
              <a:defRPr sz="2475"/>
            </a:lvl6pPr>
            <a:lvl7pPr marL="6789420" indent="0">
              <a:buNone/>
              <a:defRPr sz="2475"/>
            </a:lvl7pPr>
            <a:lvl8pPr marL="7920990" indent="0">
              <a:buNone/>
              <a:defRPr sz="2475"/>
            </a:lvl8pPr>
            <a:lvl9pPr marL="9052560" indent="0">
              <a:buNone/>
              <a:defRPr sz="24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6BC201-67C0-490D-B7CA-8F0FF387F348}" type="datetimeFigureOut">
              <a:rPr lang="en-US"/>
              <a:pPr>
                <a:defRPr/>
              </a:pPr>
              <a:t>9/3/2018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4D7661-45F6-4283-9FF2-329A59AB71C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2996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696231" y="2848187"/>
            <a:ext cx="19219172" cy="453415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696231" y="8811578"/>
            <a:ext cx="6127452" cy="2692424"/>
          </a:xfrm>
        </p:spPr>
        <p:txBody>
          <a:bodyPr anchor="b">
            <a:noAutofit/>
          </a:bodyPr>
          <a:lstStyle>
            <a:lvl1pPr marL="0" indent="0" algn="ctr">
              <a:buNone/>
              <a:defRPr sz="5940" b="0">
                <a:solidFill>
                  <a:schemeClr val="tx1"/>
                </a:solidFill>
              </a:defRPr>
            </a:lvl1pPr>
            <a:lvl2pPr marL="1131570" indent="0">
              <a:buNone/>
              <a:defRPr sz="4950" b="1"/>
            </a:lvl2pPr>
            <a:lvl3pPr marL="2263140" indent="0">
              <a:buNone/>
              <a:defRPr sz="4455" b="1"/>
            </a:lvl3pPr>
            <a:lvl4pPr marL="3394710" indent="0">
              <a:buNone/>
              <a:defRPr sz="3960" b="1"/>
            </a:lvl4pPr>
            <a:lvl5pPr marL="4526280" indent="0">
              <a:buNone/>
              <a:defRPr sz="3960" b="1"/>
            </a:lvl5pPr>
            <a:lvl6pPr marL="5657850" indent="0">
              <a:buNone/>
              <a:defRPr sz="3960" b="1"/>
            </a:lvl6pPr>
            <a:lvl7pPr marL="6789420" indent="0">
              <a:buNone/>
              <a:defRPr sz="3960" b="1"/>
            </a:lvl7pPr>
            <a:lvl8pPr marL="7920990" indent="0">
              <a:buNone/>
              <a:defRPr sz="3960" b="1"/>
            </a:lvl8pPr>
            <a:lvl9pPr marL="9052560" indent="0">
              <a:buNone/>
              <a:defRPr sz="396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696231" y="12015787"/>
            <a:ext cx="6127452" cy="15041986"/>
          </a:xfrm>
        </p:spPr>
        <p:txBody>
          <a:bodyPr/>
          <a:lstStyle>
            <a:lvl1pPr marL="0" indent="0" algn="ctr">
              <a:buNone/>
              <a:defRPr sz="3465"/>
            </a:lvl1pPr>
            <a:lvl2pPr marL="1131570" indent="0">
              <a:buNone/>
              <a:defRPr sz="2970"/>
            </a:lvl2pPr>
            <a:lvl3pPr marL="2263140" indent="0">
              <a:buNone/>
              <a:defRPr sz="2475"/>
            </a:lvl3pPr>
            <a:lvl4pPr marL="3394710" indent="0">
              <a:buNone/>
              <a:defRPr sz="2228"/>
            </a:lvl4pPr>
            <a:lvl5pPr marL="4526280" indent="0">
              <a:buNone/>
              <a:defRPr sz="2228"/>
            </a:lvl5pPr>
            <a:lvl6pPr marL="5657850" indent="0">
              <a:buNone/>
              <a:defRPr sz="2228"/>
            </a:lvl6pPr>
            <a:lvl7pPr marL="6789420" indent="0">
              <a:buNone/>
              <a:defRPr sz="2228"/>
            </a:lvl7pPr>
            <a:lvl8pPr marL="7920990" indent="0">
              <a:buNone/>
              <a:defRPr sz="2228"/>
            </a:lvl8pPr>
            <a:lvl9pPr marL="9052560" indent="0">
              <a:buNone/>
              <a:defRPr sz="2228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54206" y="8811578"/>
            <a:ext cx="6127452" cy="2692424"/>
          </a:xfrm>
        </p:spPr>
        <p:txBody>
          <a:bodyPr anchor="b">
            <a:noAutofit/>
          </a:bodyPr>
          <a:lstStyle>
            <a:lvl1pPr marL="0" indent="0" algn="ctr">
              <a:buNone/>
              <a:defRPr sz="5940" b="0">
                <a:solidFill>
                  <a:schemeClr val="tx1"/>
                </a:solidFill>
              </a:defRPr>
            </a:lvl1pPr>
            <a:lvl2pPr marL="1131570" indent="0">
              <a:buNone/>
              <a:defRPr sz="4950" b="1"/>
            </a:lvl2pPr>
            <a:lvl3pPr marL="2263140" indent="0">
              <a:buNone/>
              <a:defRPr sz="4455" b="1"/>
            </a:lvl3pPr>
            <a:lvl4pPr marL="3394710" indent="0">
              <a:buNone/>
              <a:defRPr sz="3960" b="1"/>
            </a:lvl4pPr>
            <a:lvl5pPr marL="4526280" indent="0">
              <a:buNone/>
              <a:defRPr sz="3960" b="1"/>
            </a:lvl5pPr>
            <a:lvl6pPr marL="5657850" indent="0">
              <a:buNone/>
              <a:defRPr sz="3960" b="1"/>
            </a:lvl6pPr>
            <a:lvl7pPr marL="6789420" indent="0">
              <a:buNone/>
              <a:defRPr sz="3960" b="1"/>
            </a:lvl7pPr>
            <a:lvl8pPr marL="7920990" indent="0">
              <a:buNone/>
              <a:defRPr sz="3960" b="1"/>
            </a:lvl8pPr>
            <a:lvl9pPr marL="9052560" indent="0">
              <a:buNone/>
              <a:defRPr sz="396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8244413" y="12015787"/>
            <a:ext cx="6127452" cy="15041986"/>
          </a:xfrm>
        </p:spPr>
        <p:txBody>
          <a:bodyPr/>
          <a:lstStyle>
            <a:lvl1pPr marL="0" indent="0" algn="ctr">
              <a:buNone/>
              <a:defRPr sz="3465"/>
            </a:lvl1pPr>
            <a:lvl2pPr marL="1131570" indent="0">
              <a:buNone/>
              <a:defRPr sz="2970"/>
            </a:lvl2pPr>
            <a:lvl3pPr marL="2263140" indent="0">
              <a:buNone/>
              <a:defRPr sz="2475"/>
            </a:lvl3pPr>
            <a:lvl4pPr marL="3394710" indent="0">
              <a:buNone/>
              <a:defRPr sz="2228"/>
            </a:lvl4pPr>
            <a:lvl5pPr marL="4526280" indent="0">
              <a:buNone/>
              <a:defRPr sz="2228"/>
            </a:lvl5pPr>
            <a:lvl6pPr marL="5657850" indent="0">
              <a:buNone/>
              <a:defRPr sz="2228"/>
            </a:lvl6pPr>
            <a:lvl7pPr marL="6789420" indent="0">
              <a:buNone/>
              <a:defRPr sz="2228"/>
            </a:lvl7pPr>
            <a:lvl8pPr marL="7920990" indent="0">
              <a:buNone/>
              <a:defRPr sz="2228"/>
            </a:lvl8pPr>
            <a:lvl9pPr marL="9052560" indent="0">
              <a:buNone/>
              <a:defRPr sz="2228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4787949" y="8811578"/>
            <a:ext cx="6127452" cy="2692424"/>
          </a:xfrm>
        </p:spPr>
        <p:txBody>
          <a:bodyPr anchor="b">
            <a:noAutofit/>
          </a:bodyPr>
          <a:lstStyle>
            <a:lvl1pPr marL="0" indent="0" algn="ctr">
              <a:buNone/>
              <a:defRPr sz="5940" b="0">
                <a:solidFill>
                  <a:schemeClr val="tx1"/>
                </a:solidFill>
              </a:defRPr>
            </a:lvl1pPr>
            <a:lvl2pPr marL="1131570" indent="0">
              <a:buNone/>
              <a:defRPr sz="4950" b="1"/>
            </a:lvl2pPr>
            <a:lvl3pPr marL="2263140" indent="0">
              <a:buNone/>
              <a:defRPr sz="4455" b="1"/>
            </a:lvl3pPr>
            <a:lvl4pPr marL="3394710" indent="0">
              <a:buNone/>
              <a:defRPr sz="3960" b="1"/>
            </a:lvl4pPr>
            <a:lvl5pPr marL="4526280" indent="0">
              <a:buNone/>
              <a:defRPr sz="3960" b="1"/>
            </a:lvl5pPr>
            <a:lvl6pPr marL="5657850" indent="0">
              <a:buNone/>
              <a:defRPr sz="3960" b="1"/>
            </a:lvl6pPr>
            <a:lvl7pPr marL="6789420" indent="0">
              <a:buNone/>
              <a:defRPr sz="3960" b="1"/>
            </a:lvl7pPr>
            <a:lvl8pPr marL="7920990" indent="0">
              <a:buNone/>
              <a:defRPr sz="3960" b="1"/>
            </a:lvl8pPr>
            <a:lvl9pPr marL="9052560" indent="0">
              <a:buNone/>
              <a:defRPr sz="396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14787949" y="12015787"/>
            <a:ext cx="6127452" cy="15041986"/>
          </a:xfrm>
        </p:spPr>
        <p:txBody>
          <a:bodyPr/>
          <a:lstStyle>
            <a:lvl1pPr marL="0" indent="0" algn="ctr">
              <a:buNone/>
              <a:defRPr sz="3465"/>
            </a:lvl1pPr>
            <a:lvl2pPr marL="1131570" indent="0">
              <a:buNone/>
              <a:defRPr sz="2970"/>
            </a:lvl2pPr>
            <a:lvl3pPr marL="2263140" indent="0">
              <a:buNone/>
              <a:defRPr sz="2475"/>
            </a:lvl3pPr>
            <a:lvl4pPr marL="3394710" indent="0">
              <a:buNone/>
              <a:defRPr sz="2228"/>
            </a:lvl4pPr>
            <a:lvl5pPr marL="4526280" indent="0">
              <a:buNone/>
              <a:defRPr sz="2228"/>
            </a:lvl5pPr>
            <a:lvl6pPr marL="5657850" indent="0">
              <a:buNone/>
              <a:defRPr sz="2228"/>
            </a:lvl6pPr>
            <a:lvl7pPr marL="6789420" indent="0">
              <a:buNone/>
              <a:defRPr sz="2228"/>
            </a:lvl7pPr>
            <a:lvl8pPr marL="7920990" indent="0">
              <a:buNone/>
              <a:defRPr sz="2228"/>
            </a:lvl8pPr>
            <a:lvl9pPr marL="9052560" indent="0">
              <a:buNone/>
              <a:defRPr sz="2228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084787-6FA2-4CEA-BD6F-26E0CF7DB9DC}" type="datetimeFigureOut">
              <a:rPr lang="en-US"/>
              <a:pPr>
                <a:defRPr/>
              </a:pPr>
              <a:t>9/3/2018</a:t>
            </a:fld>
            <a:endParaRPr lang="en-US" dirty="0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
              </a:t>
            </a:r>
            <a:endParaRPr lang="en-US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177464-29C6-436C-83CF-B851BD659E7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5354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950" y="8531225"/>
            <a:ext cx="6259513" cy="856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1813" y="8531225"/>
            <a:ext cx="6259512" cy="856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9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55800" y="8531225"/>
            <a:ext cx="6259513" cy="856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696231" y="2848187"/>
            <a:ext cx="19219172" cy="453415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696231" y="18240851"/>
            <a:ext cx="6127452" cy="2692424"/>
          </a:xfrm>
        </p:spPr>
        <p:txBody>
          <a:bodyPr anchor="b">
            <a:noAutofit/>
          </a:bodyPr>
          <a:lstStyle>
            <a:lvl1pPr marL="0" indent="0" algn="ctr">
              <a:buNone/>
              <a:defRPr sz="4950" b="0">
                <a:solidFill>
                  <a:schemeClr val="tx1"/>
                </a:solidFill>
              </a:defRPr>
            </a:lvl1pPr>
            <a:lvl2pPr marL="1131570" indent="0">
              <a:buNone/>
              <a:defRPr sz="4950" b="1"/>
            </a:lvl2pPr>
            <a:lvl3pPr marL="2263140" indent="0">
              <a:buNone/>
              <a:defRPr sz="4455" b="1"/>
            </a:lvl3pPr>
            <a:lvl4pPr marL="3394710" indent="0">
              <a:buNone/>
              <a:defRPr sz="3960" b="1"/>
            </a:lvl4pPr>
            <a:lvl5pPr marL="4526280" indent="0">
              <a:buNone/>
              <a:defRPr sz="3960" b="1"/>
            </a:lvl5pPr>
            <a:lvl6pPr marL="5657850" indent="0">
              <a:buNone/>
              <a:defRPr sz="3960" b="1"/>
            </a:lvl6pPr>
            <a:lvl7pPr marL="6789420" indent="0">
              <a:buNone/>
              <a:defRPr sz="3960" b="1"/>
            </a:lvl7pPr>
            <a:lvl8pPr marL="7920990" indent="0">
              <a:buNone/>
              <a:defRPr sz="3960" b="1"/>
            </a:lvl8pPr>
            <a:lvl9pPr marL="9052560" indent="0">
              <a:buNone/>
              <a:defRPr sz="396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889853" y="9059056"/>
            <a:ext cx="5740208" cy="7489357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/>
          <a:lstStyle>
            <a:lvl1pPr marL="0" indent="0" algn="ctr">
              <a:buNone/>
              <a:defRPr sz="3960"/>
            </a:lvl1pPr>
            <a:lvl2pPr marL="1131570" indent="0">
              <a:buNone/>
              <a:defRPr sz="3960"/>
            </a:lvl2pPr>
            <a:lvl3pPr marL="2263140" indent="0">
              <a:buNone/>
              <a:defRPr sz="3960"/>
            </a:lvl3pPr>
            <a:lvl4pPr marL="3394710" indent="0">
              <a:buNone/>
              <a:defRPr sz="3960"/>
            </a:lvl4pPr>
            <a:lvl5pPr marL="4526280" indent="0">
              <a:buNone/>
              <a:defRPr sz="3960"/>
            </a:lvl5pPr>
            <a:lvl6pPr marL="5657850" indent="0">
              <a:buNone/>
              <a:defRPr sz="3960"/>
            </a:lvl6pPr>
            <a:lvl7pPr marL="6789420" indent="0">
              <a:buNone/>
              <a:defRPr sz="3960"/>
            </a:lvl7pPr>
            <a:lvl8pPr marL="7920990" indent="0">
              <a:buNone/>
              <a:defRPr sz="3960"/>
            </a:lvl8pPr>
            <a:lvl9pPr marL="9052560" indent="0">
              <a:buNone/>
              <a:defRPr sz="396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696231" y="20933282"/>
            <a:ext cx="6127452" cy="6124503"/>
          </a:xfrm>
        </p:spPr>
        <p:txBody>
          <a:bodyPr/>
          <a:lstStyle>
            <a:lvl1pPr marL="0" indent="0" algn="ctr">
              <a:buNone/>
              <a:defRPr sz="3465"/>
            </a:lvl1pPr>
            <a:lvl2pPr marL="1131570" indent="0">
              <a:buNone/>
              <a:defRPr sz="2970"/>
            </a:lvl2pPr>
            <a:lvl3pPr marL="2263140" indent="0">
              <a:buNone/>
              <a:defRPr sz="2475"/>
            </a:lvl3pPr>
            <a:lvl4pPr marL="3394710" indent="0">
              <a:buNone/>
              <a:defRPr sz="2228"/>
            </a:lvl4pPr>
            <a:lvl5pPr marL="4526280" indent="0">
              <a:buNone/>
              <a:defRPr sz="2228"/>
            </a:lvl5pPr>
            <a:lvl6pPr marL="5657850" indent="0">
              <a:buNone/>
              <a:defRPr sz="2228"/>
            </a:lvl6pPr>
            <a:lvl7pPr marL="6789420" indent="0">
              <a:buNone/>
              <a:defRPr sz="2228"/>
            </a:lvl7pPr>
            <a:lvl8pPr marL="7920990" indent="0">
              <a:buNone/>
              <a:defRPr sz="2228"/>
            </a:lvl8pPr>
            <a:lvl9pPr marL="9052560" indent="0">
              <a:buNone/>
              <a:defRPr sz="2228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46925" y="18240851"/>
            <a:ext cx="6127452" cy="2692424"/>
          </a:xfrm>
        </p:spPr>
        <p:txBody>
          <a:bodyPr anchor="b">
            <a:noAutofit/>
          </a:bodyPr>
          <a:lstStyle>
            <a:lvl1pPr marL="0" indent="0" algn="ctr">
              <a:buNone/>
              <a:defRPr sz="4950" b="0">
                <a:solidFill>
                  <a:schemeClr val="tx1"/>
                </a:solidFill>
              </a:defRPr>
            </a:lvl1pPr>
            <a:lvl2pPr marL="1131570" indent="0">
              <a:buNone/>
              <a:defRPr sz="4950" b="1"/>
            </a:lvl2pPr>
            <a:lvl3pPr marL="2263140" indent="0">
              <a:buNone/>
              <a:defRPr sz="4455" b="1"/>
            </a:lvl3pPr>
            <a:lvl4pPr marL="3394710" indent="0">
              <a:buNone/>
              <a:defRPr sz="3960" b="1"/>
            </a:lvl4pPr>
            <a:lvl5pPr marL="4526280" indent="0">
              <a:buNone/>
              <a:defRPr sz="3960" b="1"/>
            </a:lvl5pPr>
            <a:lvl6pPr marL="5657850" indent="0">
              <a:buNone/>
              <a:defRPr sz="3960" b="1"/>
            </a:lvl6pPr>
            <a:lvl7pPr marL="6789420" indent="0">
              <a:buNone/>
              <a:defRPr sz="3960" b="1"/>
            </a:lvl7pPr>
            <a:lvl8pPr marL="7920990" indent="0">
              <a:buNone/>
              <a:defRPr sz="3960" b="1"/>
            </a:lvl8pPr>
            <a:lvl9pPr marL="9052560" indent="0">
              <a:buNone/>
              <a:defRPr sz="396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8438035" y="9059878"/>
            <a:ext cx="5740208" cy="7513700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/>
          <a:lstStyle>
            <a:lvl1pPr marL="0" indent="0" algn="ctr">
              <a:buNone/>
              <a:defRPr sz="3960"/>
            </a:lvl1pPr>
            <a:lvl2pPr marL="1131570" indent="0">
              <a:buNone/>
              <a:defRPr sz="3960"/>
            </a:lvl2pPr>
            <a:lvl3pPr marL="2263140" indent="0">
              <a:buNone/>
              <a:defRPr sz="3960"/>
            </a:lvl3pPr>
            <a:lvl4pPr marL="3394710" indent="0">
              <a:buNone/>
              <a:defRPr sz="3960"/>
            </a:lvl4pPr>
            <a:lvl5pPr marL="4526280" indent="0">
              <a:buNone/>
              <a:defRPr sz="3960"/>
            </a:lvl5pPr>
            <a:lvl6pPr marL="5657850" indent="0">
              <a:buNone/>
              <a:defRPr sz="3960"/>
            </a:lvl6pPr>
            <a:lvl7pPr marL="6789420" indent="0">
              <a:buNone/>
              <a:defRPr sz="3960"/>
            </a:lvl7pPr>
            <a:lvl8pPr marL="7920990" indent="0">
              <a:buNone/>
              <a:defRPr sz="3960"/>
            </a:lvl8pPr>
            <a:lvl9pPr marL="9052560" indent="0">
              <a:buNone/>
              <a:defRPr sz="396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8244412" y="20933277"/>
            <a:ext cx="6129964" cy="6124503"/>
          </a:xfrm>
        </p:spPr>
        <p:txBody>
          <a:bodyPr/>
          <a:lstStyle>
            <a:lvl1pPr marL="0" indent="0" algn="ctr">
              <a:buNone/>
              <a:defRPr sz="3465"/>
            </a:lvl1pPr>
            <a:lvl2pPr marL="1131570" indent="0">
              <a:buNone/>
              <a:defRPr sz="2970"/>
            </a:lvl2pPr>
            <a:lvl3pPr marL="2263140" indent="0">
              <a:buNone/>
              <a:defRPr sz="2475"/>
            </a:lvl3pPr>
            <a:lvl4pPr marL="3394710" indent="0">
              <a:buNone/>
              <a:defRPr sz="2228"/>
            </a:lvl4pPr>
            <a:lvl5pPr marL="4526280" indent="0">
              <a:buNone/>
              <a:defRPr sz="2228"/>
            </a:lvl5pPr>
            <a:lvl6pPr marL="5657850" indent="0">
              <a:buNone/>
              <a:defRPr sz="2228"/>
            </a:lvl6pPr>
            <a:lvl7pPr marL="6789420" indent="0">
              <a:buNone/>
              <a:defRPr sz="2228"/>
            </a:lvl7pPr>
            <a:lvl8pPr marL="7920990" indent="0">
              <a:buNone/>
              <a:defRPr sz="2228"/>
            </a:lvl8pPr>
            <a:lvl9pPr marL="9052560" indent="0">
              <a:buNone/>
              <a:defRPr sz="2228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4788182" y="18240851"/>
            <a:ext cx="6127452" cy="2692424"/>
          </a:xfrm>
        </p:spPr>
        <p:txBody>
          <a:bodyPr anchor="b">
            <a:noAutofit/>
          </a:bodyPr>
          <a:lstStyle>
            <a:lvl1pPr marL="0" indent="0" algn="ctr">
              <a:buNone/>
              <a:defRPr sz="4950" b="0">
                <a:solidFill>
                  <a:schemeClr val="tx1"/>
                </a:solidFill>
              </a:defRPr>
            </a:lvl1pPr>
            <a:lvl2pPr marL="1131570" indent="0">
              <a:buNone/>
              <a:defRPr sz="4950" b="1"/>
            </a:lvl2pPr>
            <a:lvl3pPr marL="2263140" indent="0">
              <a:buNone/>
              <a:defRPr sz="4455" b="1"/>
            </a:lvl3pPr>
            <a:lvl4pPr marL="3394710" indent="0">
              <a:buNone/>
              <a:defRPr sz="3960" b="1"/>
            </a:lvl4pPr>
            <a:lvl5pPr marL="4526280" indent="0">
              <a:buNone/>
              <a:defRPr sz="3960" b="1"/>
            </a:lvl5pPr>
            <a:lvl6pPr marL="5657850" indent="0">
              <a:buNone/>
              <a:defRPr sz="3960" b="1"/>
            </a:lvl6pPr>
            <a:lvl7pPr marL="6789420" indent="0">
              <a:buNone/>
              <a:defRPr sz="3960" b="1"/>
            </a:lvl7pPr>
            <a:lvl8pPr marL="7920990" indent="0">
              <a:buNone/>
              <a:defRPr sz="3960" b="1"/>
            </a:lvl8pPr>
            <a:lvl9pPr marL="9052560" indent="0">
              <a:buNone/>
              <a:defRPr sz="396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14990516" y="9038096"/>
            <a:ext cx="5740208" cy="7509635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/>
          <a:lstStyle>
            <a:lvl1pPr marL="0" indent="0" algn="ctr">
              <a:buNone/>
              <a:defRPr sz="3960"/>
            </a:lvl1pPr>
            <a:lvl2pPr marL="1131570" indent="0">
              <a:buNone/>
              <a:defRPr sz="3960"/>
            </a:lvl2pPr>
            <a:lvl3pPr marL="2263140" indent="0">
              <a:buNone/>
              <a:defRPr sz="3960"/>
            </a:lvl3pPr>
            <a:lvl4pPr marL="3394710" indent="0">
              <a:buNone/>
              <a:defRPr sz="3960"/>
            </a:lvl4pPr>
            <a:lvl5pPr marL="4526280" indent="0">
              <a:buNone/>
              <a:defRPr sz="3960"/>
            </a:lvl5pPr>
            <a:lvl6pPr marL="5657850" indent="0">
              <a:buNone/>
              <a:defRPr sz="3960"/>
            </a:lvl6pPr>
            <a:lvl7pPr marL="6789420" indent="0">
              <a:buNone/>
              <a:defRPr sz="3960"/>
            </a:lvl7pPr>
            <a:lvl8pPr marL="7920990" indent="0">
              <a:buNone/>
              <a:defRPr sz="3960"/>
            </a:lvl8pPr>
            <a:lvl9pPr marL="9052560" indent="0">
              <a:buNone/>
              <a:defRPr sz="396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14787949" y="20933268"/>
            <a:ext cx="6127452" cy="6124512"/>
          </a:xfrm>
        </p:spPr>
        <p:txBody>
          <a:bodyPr/>
          <a:lstStyle>
            <a:lvl1pPr marL="0" indent="0" algn="ctr">
              <a:buNone/>
              <a:defRPr sz="3465"/>
            </a:lvl1pPr>
            <a:lvl2pPr marL="1131570" indent="0">
              <a:buNone/>
              <a:defRPr sz="2970"/>
            </a:lvl2pPr>
            <a:lvl3pPr marL="2263140" indent="0">
              <a:buNone/>
              <a:defRPr sz="2475"/>
            </a:lvl3pPr>
            <a:lvl4pPr marL="3394710" indent="0">
              <a:buNone/>
              <a:defRPr sz="2228"/>
            </a:lvl4pPr>
            <a:lvl5pPr marL="4526280" indent="0">
              <a:buNone/>
              <a:defRPr sz="2228"/>
            </a:lvl5pPr>
            <a:lvl6pPr marL="5657850" indent="0">
              <a:buNone/>
              <a:defRPr sz="2228"/>
            </a:lvl6pPr>
            <a:lvl7pPr marL="6789420" indent="0">
              <a:buNone/>
              <a:defRPr sz="2228"/>
            </a:lvl7pPr>
            <a:lvl8pPr marL="7920990" indent="0">
              <a:buNone/>
              <a:defRPr sz="2228"/>
            </a:lvl8pPr>
            <a:lvl9pPr marL="9052560" indent="0">
              <a:buNone/>
              <a:defRPr sz="2228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5" name="Date Placeholder 2"/>
          <p:cNvSpPr>
            <a:spLocks noGrp="1"/>
          </p:cNvSpPr>
          <p:nvPr>
            <p:ph type="dt" sz="half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0D44DA-8074-418A-A57E-5644DAEAD4AD}" type="datetimeFigureOut">
              <a:rPr lang="en-US"/>
              <a:pPr>
                <a:defRPr/>
              </a:pPr>
              <a:t>9/3/2018</a:t>
            </a:fld>
            <a:endParaRPr lang="en-US" dirty="0"/>
          </a:p>
        </p:txBody>
      </p:sp>
      <p:sp>
        <p:nvSpPr>
          <p:cNvPr id="16" name="Footer Placeholder 3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
              </a:t>
            </a:r>
            <a:endParaRPr lang="en-US" dirty="0"/>
          </a:p>
        </p:txBody>
      </p:sp>
      <p:sp>
        <p:nvSpPr>
          <p:cNvPr id="17" name="Slide Number Placeholder 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8D232D-4F7B-4874-89C4-7ECA27B7DB2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4097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38CB55-5A82-44BD-A420-6DB2E10067AD}" type="datetimeFigureOut">
              <a:rPr lang="en-US"/>
              <a:pPr>
                <a:defRPr/>
              </a:pPr>
              <a:t>9/3/2018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CD3322-FD1A-4147-8B26-46AAE7F18FE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5975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674824" y="2848189"/>
            <a:ext cx="4240578" cy="2420959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96234" y="2848189"/>
            <a:ext cx="14695694" cy="2420959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058421-D082-4272-9EAA-8E1F26F40D2E}" type="datetimeFigureOut">
              <a:rPr lang="en-US"/>
              <a:pPr>
                <a:defRPr/>
              </a:pPr>
              <a:t>9/3/2018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4690D6-C5DA-4F20-A368-59792E10444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019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95450" y="2847975"/>
            <a:ext cx="19219863" cy="45339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5450" y="8094663"/>
            <a:ext cx="19219863" cy="1896268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254163" y="27487563"/>
            <a:ext cx="5091112" cy="1706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75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>
              <a:defRPr/>
            </a:pPr>
            <a:fld id="{82A76A28-B4C5-4921-88D9-A0AE6EDABF8B}" type="datetimeFigureOut">
              <a:rPr lang="en-US"/>
              <a:pPr>
                <a:defRPr/>
              </a:pPr>
              <a:t>9/3/2018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5450" y="27487563"/>
            <a:ext cx="12387263" cy="1706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75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>
              <a:defRPr/>
            </a:pPr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516725" y="27487563"/>
            <a:ext cx="1398588" cy="1706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75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>
              <a:defRPr/>
            </a:pPr>
            <a:fld id="{1B11E80E-2D64-40CC-B7FF-14317BBCA3B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Text Box 8"/>
          <p:cNvSpPr txBox="1">
            <a:spLocks noChangeArrowheads="1"/>
          </p:cNvSpPr>
          <p:nvPr userDrawn="1"/>
        </p:nvSpPr>
        <p:spPr bwMode="auto">
          <a:xfrm>
            <a:off x="4143375" y="4581525"/>
            <a:ext cx="15770225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4630" tIns="32315" rIns="64630" bIns="32315">
            <a:spAutoFit/>
          </a:bodyPr>
          <a:lstStyle>
            <a:lvl1pPr defTabSz="6461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323850" defTabSz="6461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646113" defTabSz="6461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969963" defTabSz="6461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292225" defTabSz="6461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749425" defTabSz="64611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206625" defTabSz="64611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663825" defTabSz="64611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121025" defTabSz="64611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en-US" altLang="en-US" sz="2500" smtClean="0">
              <a:solidFill>
                <a:srgbClr val="0E207F"/>
              </a:solidFill>
              <a:latin typeface="Arial" panose="020B0604020202020204" pitchFamily="34" charset="0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4135" r:id="rId1"/>
    <p:sldLayoutId id="2147484136" r:id="rId2"/>
    <p:sldLayoutId id="2147484137" r:id="rId3"/>
    <p:sldLayoutId id="2147484138" r:id="rId4"/>
    <p:sldLayoutId id="2147484147" r:id="rId5"/>
    <p:sldLayoutId id="2147484139" r:id="rId6"/>
    <p:sldLayoutId id="2147484140" r:id="rId7"/>
    <p:sldLayoutId id="2147484141" r:id="rId8"/>
    <p:sldLayoutId id="2147484148" r:id="rId9"/>
    <p:sldLayoutId id="2147484149" r:id="rId10"/>
    <p:sldLayoutId id="2147484142" r:id="rId11"/>
    <p:sldLayoutId id="2147484150" r:id="rId12"/>
    <p:sldLayoutId id="2147484143" r:id="rId13"/>
    <p:sldLayoutId id="2147484144" r:id="rId14"/>
    <p:sldLayoutId id="2147484151" r:id="rId15"/>
    <p:sldLayoutId id="2147484145" r:id="rId16"/>
    <p:sldLayoutId id="2147484146" r:id="rId17"/>
  </p:sldLayoutIdLst>
  <p:txStyles>
    <p:titleStyle>
      <a:lvl1pPr algn="ctr" defTabSz="1130300" rtl="0" eaLnBrk="0" fontAlgn="base" hangingPunct="0">
        <a:spcBef>
          <a:spcPct val="0"/>
        </a:spcBef>
        <a:spcAft>
          <a:spcPct val="0"/>
        </a:spcAft>
        <a:defRPr sz="99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Trebuchet MS" panose="020B0603020202020204" pitchFamily="34" charset="0"/>
          <a:cs typeface="Trebuchet MS"/>
        </a:defRPr>
      </a:lvl1pPr>
      <a:lvl2pPr algn="ctr" defTabSz="1130300" rtl="0" eaLnBrk="0" fontAlgn="base" hangingPunct="0">
        <a:spcBef>
          <a:spcPct val="0"/>
        </a:spcBef>
        <a:spcAft>
          <a:spcPct val="0"/>
        </a:spcAft>
        <a:defRPr sz="9900">
          <a:solidFill>
            <a:schemeClr val="tx2"/>
          </a:solidFill>
          <a:latin typeface="Calisto MT" panose="02040603050505030304" pitchFamily="18" charset="0"/>
          <a:ea typeface="Trebuchet MS" panose="020B0603020202020204" pitchFamily="34" charset="0"/>
          <a:cs typeface="Trebuchet MS" panose="020B0603020202020204" pitchFamily="34" charset="0"/>
        </a:defRPr>
      </a:lvl2pPr>
      <a:lvl3pPr algn="ctr" defTabSz="1130300" rtl="0" eaLnBrk="0" fontAlgn="base" hangingPunct="0">
        <a:spcBef>
          <a:spcPct val="0"/>
        </a:spcBef>
        <a:spcAft>
          <a:spcPct val="0"/>
        </a:spcAft>
        <a:defRPr sz="9900">
          <a:solidFill>
            <a:schemeClr val="tx2"/>
          </a:solidFill>
          <a:latin typeface="Calisto MT" panose="02040603050505030304" pitchFamily="18" charset="0"/>
          <a:ea typeface="Trebuchet MS" panose="020B0603020202020204" pitchFamily="34" charset="0"/>
          <a:cs typeface="Trebuchet MS" panose="020B0603020202020204" pitchFamily="34" charset="0"/>
        </a:defRPr>
      </a:lvl3pPr>
      <a:lvl4pPr algn="ctr" defTabSz="1130300" rtl="0" eaLnBrk="0" fontAlgn="base" hangingPunct="0">
        <a:spcBef>
          <a:spcPct val="0"/>
        </a:spcBef>
        <a:spcAft>
          <a:spcPct val="0"/>
        </a:spcAft>
        <a:defRPr sz="9900">
          <a:solidFill>
            <a:schemeClr val="tx2"/>
          </a:solidFill>
          <a:latin typeface="Calisto MT" panose="02040603050505030304" pitchFamily="18" charset="0"/>
          <a:ea typeface="Trebuchet MS" panose="020B0603020202020204" pitchFamily="34" charset="0"/>
          <a:cs typeface="Trebuchet MS" panose="020B0603020202020204" pitchFamily="34" charset="0"/>
        </a:defRPr>
      </a:lvl4pPr>
      <a:lvl5pPr algn="ctr" defTabSz="1130300" rtl="0" eaLnBrk="0" fontAlgn="base" hangingPunct="0">
        <a:spcBef>
          <a:spcPct val="0"/>
        </a:spcBef>
        <a:spcAft>
          <a:spcPct val="0"/>
        </a:spcAft>
        <a:defRPr sz="9900">
          <a:solidFill>
            <a:schemeClr val="tx2"/>
          </a:solidFill>
          <a:latin typeface="Calisto MT" panose="02040603050505030304" pitchFamily="18" charset="0"/>
          <a:ea typeface="Trebuchet MS" panose="020B0603020202020204" pitchFamily="34" charset="0"/>
          <a:cs typeface="Trebuchet MS" panose="020B0603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847725" indent="-757238" algn="l" defTabSz="1130300" rtl="0" eaLnBrk="0" fontAlgn="base" hangingPunct="0">
        <a:spcBef>
          <a:spcPct val="20000"/>
        </a:spcBef>
        <a:spcAft>
          <a:spcPts val="1488"/>
        </a:spcAft>
        <a:buClr>
          <a:schemeClr val="tx2"/>
        </a:buClr>
        <a:buSzPct val="70000"/>
        <a:buFont typeface="Wingdings 2" panose="05020102010507070707" pitchFamily="18" charset="2"/>
        <a:buChar char=""/>
        <a:defRPr sz="49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1781175" indent="-666750" algn="l" defTabSz="1130300" rtl="0" eaLnBrk="0" fontAlgn="base" hangingPunct="0">
        <a:spcBef>
          <a:spcPct val="20000"/>
        </a:spcBef>
        <a:spcAft>
          <a:spcPts val="1488"/>
        </a:spcAft>
        <a:buClr>
          <a:schemeClr val="tx2"/>
        </a:buClr>
        <a:buSzPct val="70000"/>
        <a:buFont typeface="Wingdings 2" panose="05020102010507070707" pitchFamily="18" charset="2"/>
        <a:buChar char=""/>
        <a:defRPr sz="4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2538413" indent="-533400" algn="l" defTabSz="1130300" rtl="0" eaLnBrk="0" fontAlgn="base" hangingPunct="0">
        <a:spcBef>
          <a:spcPct val="20000"/>
        </a:spcBef>
        <a:spcAft>
          <a:spcPts val="1488"/>
        </a:spcAft>
        <a:buClr>
          <a:schemeClr val="tx2"/>
        </a:buClr>
        <a:buSzPct val="70000"/>
        <a:buFont typeface="Wingdings 2" panose="05020102010507070707" pitchFamily="18" charset="2"/>
        <a:buChar char=""/>
        <a:defRPr sz="39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3429000" indent="-533400" algn="l" defTabSz="1130300" rtl="0" eaLnBrk="0" fontAlgn="base" hangingPunct="0">
        <a:spcBef>
          <a:spcPct val="20000"/>
        </a:spcBef>
        <a:spcAft>
          <a:spcPts val="1488"/>
        </a:spcAft>
        <a:buClr>
          <a:schemeClr val="tx2"/>
        </a:buClr>
        <a:buSzPct val="70000"/>
        <a:buFont typeface="Wingdings 2" panose="05020102010507070707" pitchFamily="18" charset="2"/>
        <a:buChar char=""/>
        <a:defRPr sz="3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4141788" indent="-533400" algn="l" defTabSz="1130300" rtl="0" eaLnBrk="0" fontAlgn="base" hangingPunct="0">
        <a:spcBef>
          <a:spcPct val="20000"/>
        </a:spcBef>
        <a:spcAft>
          <a:spcPts val="1488"/>
        </a:spcAft>
        <a:buClr>
          <a:schemeClr val="tx2"/>
        </a:buClr>
        <a:buSzPct val="70000"/>
        <a:buFont typeface="Wingdings 2" panose="05020102010507070707" pitchFamily="18" charset="2"/>
        <a:buChar char=""/>
        <a:defRPr sz="3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4986135" indent="-565785" algn="l" defTabSz="1131570" rtl="0" eaLnBrk="1" latinLnBrk="0" hangingPunct="1">
        <a:spcBef>
          <a:spcPct val="20000"/>
        </a:spcBef>
        <a:spcAft>
          <a:spcPts val="1485"/>
        </a:spcAft>
        <a:buClr>
          <a:schemeClr val="tx2"/>
        </a:buClr>
        <a:buSzPct val="70000"/>
        <a:buFont typeface="Wingdings 2" charset="2"/>
        <a:buChar char=""/>
        <a:defRPr sz="3465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5944455" indent="-565785" algn="l" defTabSz="1131570" rtl="0" eaLnBrk="1" latinLnBrk="0" hangingPunct="1">
        <a:spcBef>
          <a:spcPct val="20000"/>
        </a:spcBef>
        <a:spcAft>
          <a:spcPts val="1485"/>
        </a:spcAft>
        <a:buClr>
          <a:schemeClr val="tx2"/>
        </a:buClr>
        <a:buSzPct val="70000"/>
        <a:buFont typeface="Wingdings 2" charset="2"/>
        <a:buChar char=""/>
        <a:defRPr sz="3465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6902775" indent="-565785" algn="l" defTabSz="1131570" rtl="0" eaLnBrk="1" latinLnBrk="0" hangingPunct="1">
        <a:spcBef>
          <a:spcPct val="20000"/>
        </a:spcBef>
        <a:spcAft>
          <a:spcPts val="1485"/>
        </a:spcAft>
        <a:buClr>
          <a:schemeClr val="tx2"/>
        </a:buClr>
        <a:buSzPct val="70000"/>
        <a:buFont typeface="Wingdings 2" charset="2"/>
        <a:buChar char=""/>
        <a:defRPr sz="3465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7687845" indent="-565785" algn="l" defTabSz="1131570" rtl="0" eaLnBrk="1" latinLnBrk="0" hangingPunct="1">
        <a:spcBef>
          <a:spcPct val="20000"/>
        </a:spcBef>
        <a:spcAft>
          <a:spcPts val="1485"/>
        </a:spcAft>
        <a:buClr>
          <a:schemeClr val="tx2"/>
        </a:buClr>
        <a:buSzPct val="70000"/>
        <a:buFont typeface="Wingdings 2" charset="2"/>
        <a:buChar char=""/>
        <a:defRPr sz="3465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31570" rtl="0" eaLnBrk="1" latinLnBrk="0" hangingPunct="1">
        <a:defRPr sz="4455" kern="1200">
          <a:solidFill>
            <a:schemeClr val="tx1"/>
          </a:solidFill>
          <a:latin typeface="+mn-lt"/>
          <a:ea typeface="+mn-ea"/>
          <a:cs typeface="+mn-cs"/>
        </a:defRPr>
      </a:lvl1pPr>
      <a:lvl2pPr marL="1131570" algn="l" defTabSz="1131570" rtl="0" eaLnBrk="1" latinLnBrk="0" hangingPunct="1">
        <a:defRPr sz="4455" kern="1200">
          <a:solidFill>
            <a:schemeClr val="tx1"/>
          </a:solidFill>
          <a:latin typeface="+mn-lt"/>
          <a:ea typeface="+mn-ea"/>
          <a:cs typeface="+mn-cs"/>
        </a:defRPr>
      </a:lvl2pPr>
      <a:lvl3pPr marL="2263140" algn="l" defTabSz="1131570" rtl="0" eaLnBrk="1" latinLnBrk="0" hangingPunct="1">
        <a:defRPr sz="4455" kern="1200">
          <a:solidFill>
            <a:schemeClr val="tx1"/>
          </a:solidFill>
          <a:latin typeface="+mn-lt"/>
          <a:ea typeface="+mn-ea"/>
          <a:cs typeface="+mn-cs"/>
        </a:defRPr>
      </a:lvl3pPr>
      <a:lvl4pPr marL="3394710" algn="l" defTabSz="1131570" rtl="0" eaLnBrk="1" latinLnBrk="0" hangingPunct="1">
        <a:defRPr sz="4455" kern="1200">
          <a:solidFill>
            <a:schemeClr val="tx1"/>
          </a:solidFill>
          <a:latin typeface="+mn-lt"/>
          <a:ea typeface="+mn-ea"/>
          <a:cs typeface="+mn-cs"/>
        </a:defRPr>
      </a:lvl4pPr>
      <a:lvl5pPr marL="4526280" algn="l" defTabSz="1131570" rtl="0" eaLnBrk="1" latinLnBrk="0" hangingPunct="1">
        <a:defRPr sz="4455" kern="1200">
          <a:solidFill>
            <a:schemeClr val="tx1"/>
          </a:solidFill>
          <a:latin typeface="+mn-lt"/>
          <a:ea typeface="+mn-ea"/>
          <a:cs typeface="+mn-cs"/>
        </a:defRPr>
      </a:lvl5pPr>
      <a:lvl6pPr marL="5657850" algn="l" defTabSz="1131570" rtl="0" eaLnBrk="1" latinLnBrk="0" hangingPunct="1">
        <a:defRPr sz="4455" kern="1200">
          <a:solidFill>
            <a:schemeClr val="tx1"/>
          </a:solidFill>
          <a:latin typeface="+mn-lt"/>
          <a:ea typeface="+mn-ea"/>
          <a:cs typeface="+mn-cs"/>
        </a:defRPr>
      </a:lvl6pPr>
      <a:lvl7pPr marL="6789420" algn="l" defTabSz="1131570" rtl="0" eaLnBrk="1" latinLnBrk="0" hangingPunct="1">
        <a:defRPr sz="4455" kern="1200">
          <a:solidFill>
            <a:schemeClr val="tx1"/>
          </a:solidFill>
          <a:latin typeface="+mn-lt"/>
          <a:ea typeface="+mn-ea"/>
          <a:cs typeface="+mn-cs"/>
        </a:defRPr>
      </a:lvl7pPr>
      <a:lvl8pPr marL="7920990" algn="l" defTabSz="1131570" rtl="0" eaLnBrk="1" latinLnBrk="0" hangingPunct="1">
        <a:defRPr sz="4455" kern="1200">
          <a:solidFill>
            <a:schemeClr val="tx1"/>
          </a:solidFill>
          <a:latin typeface="+mn-lt"/>
          <a:ea typeface="+mn-ea"/>
          <a:cs typeface="+mn-cs"/>
        </a:defRPr>
      </a:lvl8pPr>
      <a:lvl9pPr marL="9052560" algn="l" defTabSz="1131570" rtl="0" eaLnBrk="1" latinLnBrk="0" hangingPunct="1">
        <a:defRPr sz="44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hyperlink" Target="https://eugenividal.github.io/docs/CyclingDeprivedAreasSLP-Report.html" TargetMode="External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hyperlink" Target="https://eugenividal.github.io/" TargetMode="External"/><Relationship Id="rId2" Type="http://schemas.openxmlformats.org/officeDocument/2006/relationships/image" Target="../media/image7.png"/><Relationship Id="rId16" Type="http://schemas.openxmlformats.org/officeDocument/2006/relationships/hyperlink" Target="mailto:ts16evt@leeds.ac.uk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hyperlink" Target="https://eugenividal.github.io/docs/CyclingDeprivedAreasSLP-Poster.pptx" TargetMode="External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3"/>
          <p:cNvSpPr txBox="1">
            <a:spLocks noChangeArrowheads="1"/>
          </p:cNvSpPr>
          <p:nvPr/>
        </p:nvSpPr>
        <p:spPr bwMode="auto">
          <a:xfrm>
            <a:off x="4038600" y="1835474"/>
            <a:ext cx="16903700" cy="2435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4630" tIns="32315" rIns="64630" bIns="32315">
            <a:spAutoFit/>
          </a:bodyPr>
          <a:lstStyle>
            <a:lvl1pPr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4400" b="1" dirty="0">
                <a:solidFill>
                  <a:srgbClr val="FE9914"/>
                </a:solidFill>
              </a:rPr>
              <a:t>CYCLING RATES, CYCLE-FRIENDLY INFRASTRUCTURE AND DEPRIVATION IN THE SOUTH LONDON </a:t>
            </a:r>
            <a:r>
              <a:rPr lang="en-GB" altLang="en-US" sz="4400" b="1" dirty="0" smtClean="0">
                <a:solidFill>
                  <a:srgbClr val="FE9914"/>
                </a:solidFill>
              </a:rPr>
              <a:t>PARTNERSHIP AREA</a:t>
            </a:r>
            <a:endParaRPr lang="en-GB" altLang="en-US" sz="4400" b="1" dirty="0">
              <a:solidFill>
                <a:srgbClr val="FE9914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en-GB" altLang="en-US" sz="4400" b="1" dirty="0">
                <a:solidFill>
                  <a:srgbClr val="FE9914"/>
                </a:solidFill>
              </a:rPr>
              <a:t>  </a:t>
            </a:r>
          </a:p>
        </p:txBody>
      </p:sp>
      <p:sp>
        <p:nvSpPr>
          <p:cNvPr id="8195" name="Text Box 4"/>
          <p:cNvSpPr txBox="1">
            <a:spLocks noChangeArrowheads="1"/>
          </p:cNvSpPr>
          <p:nvPr/>
        </p:nvSpPr>
        <p:spPr bwMode="auto">
          <a:xfrm>
            <a:off x="4077394" y="3275634"/>
            <a:ext cx="16743362" cy="181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4630" tIns="32315" rIns="64630" bIns="32315">
            <a:spAutoFit/>
          </a:bodyPr>
          <a:lstStyle>
            <a:lvl1pPr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3200" b="1" u="sng" dirty="0">
                <a:solidFill>
                  <a:srgbClr val="01835F"/>
                </a:solidFill>
              </a:rPr>
              <a:t>Eugeni Vidal Tortosa</a:t>
            </a:r>
            <a:r>
              <a:rPr lang="en-GB" altLang="en-US" sz="3200" b="1" baseline="30000" dirty="0">
                <a:solidFill>
                  <a:srgbClr val="01835F"/>
                </a:solidFill>
              </a:rPr>
              <a:t>1</a:t>
            </a:r>
            <a:r>
              <a:rPr lang="en-GB" altLang="en-US" sz="3200" b="1" dirty="0">
                <a:solidFill>
                  <a:srgbClr val="01835F"/>
                </a:solidFill>
              </a:rPr>
              <a:t>, Robin Lovelace</a:t>
            </a:r>
            <a:r>
              <a:rPr lang="en-GB" altLang="en-US" sz="3200" b="1" baseline="30000" dirty="0">
                <a:solidFill>
                  <a:srgbClr val="01835F"/>
                </a:solidFill>
              </a:rPr>
              <a:t>1,2</a:t>
            </a:r>
            <a:r>
              <a:rPr lang="en-GB" altLang="en-US" sz="3200" b="1" dirty="0">
                <a:solidFill>
                  <a:srgbClr val="01835F"/>
                </a:solidFill>
              </a:rPr>
              <a:t>, Eva Heinen</a:t>
            </a:r>
            <a:r>
              <a:rPr lang="en-GB" altLang="en-US" sz="3200" b="1" baseline="30000" dirty="0">
                <a:solidFill>
                  <a:srgbClr val="01835F"/>
                </a:solidFill>
              </a:rPr>
              <a:t>2</a:t>
            </a:r>
            <a:r>
              <a:rPr lang="en-GB" altLang="en-US" sz="3200" b="1" dirty="0">
                <a:solidFill>
                  <a:srgbClr val="01835F"/>
                </a:solidFill>
              </a:rPr>
              <a:t>, Richard Mann</a:t>
            </a:r>
            <a:r>
              <a:rPr lang="en-GB" altLang="en-US" sz="3200" b="1" baseline="30000" dirty="0">
                <a:solidFill>
                  <a:srgbClr val="01835F"/>
                </a:solidFill>
              </a:rPr>
              <a:t>3</a:t>
            </a:r>
            <a:r>
              <a:rPr lang="en-GB" altLang="en-US" sz="3200" b="1" dirty="0">
                <a:solidFill>
                  <a:srgbClr val="01835F"/>
                </a:solidFill>
              </a:rPr>
              <a:t>, and Claudia </a:t>
            </a:r>
            <a:r>
              <a:rPr lang="en-GB" altLang="en-US" sz="3200" b="1" dirty="0" err="1">
                <a:solidFill>
                  <a:srgbClr val="01835F"/>
                </a:solidFill>
              </a:rPr>
              <a:t>Peñaranda</a:t>
            </a:r>
            <a:r>
              <a:rPr lang="en-GB" altLang="en-US" sz="3200" b="1" dirty="0">
                <a:solidFill>
                  <a:srgbClr val="01835F"/>
                </a:solidFill>
              </a:rPr>
              <a:t> Fuentes</a:t>
            </a:r>
            <a:r>
              <a:rPr lang="en-GB" altLang="en-US" sz="3200" b="1" baseline="30000" dirty="0">
                <a:solidFill>
                  <a:srgbClr val="01835F"/>
                </a:solidFill>
              </a:rPr>
              <a:t>4</a:t>
            </a:r>
            <a:r>
              <a:rPr lang="en-GB" altLang="en-US" sz="3200" b="1" dirty="0">
                <a:solidFill>
                  <a:srgbClr val="01835F"/>
                </a:solidFill>
              </a:rPr>
              <a:t> </a:t>
            </a:r>
            <a:r>
              <a:rPr lang="en-GB" altLang="en-US" sz="2500" b="1" dirty="0">
                <a:solidFill>
                  <a:srgbClr val="01835F"/>
                </a:solidFill>
              </a:rPr>
              <a:t/>
            </a:r>
            <a:br>
              <a:rPr lang="en-GB" altLang="en-US" sz="2500" b="1" dirty="0">
                <a:solidFill>
                  <a:srgbClr val="01835F"/>
                </a:solidFill>
              </a:rPr>
            </a:br>
            <a:r>
              <a:rPr lang="en-GB" altLang="en-US" b="1" baseline="30000" dirty="0">
                <a:solidFill>
                  <a:srgbClr val="01835F"/>
                </a:solidFill>
              </a:rPr>
              <a:t>1</a:t>
            </a:r>
            <a:r>
              <a:rPr lang="en-GB" altLang="en-US" b="1" dirty="0">
                <a:solidFill>
                  <a:srgbClr val="01835F"/>
                </a:solidFill>
              </a:rPr>
              <a:t>Leeds Institute for Data Analytics, University of Leeds, </a:t>
            </a:r>
            <a:r>
              <a:rPr lang="en-GB" altLang="en-US" b="1" baseline="30000" dirty="0">
                <a:solidFill>
                  <a:srgbClr val="01835F"/>
                </a:solidFill>
              </a:rPr>
              <a:t>2</a:t>
            </a:r>
            <a:r>
              <a:rPr lang="en-GB" altLang="en-US" b="1" dirty="0">
                <a:solidFill>
                  <a:srgbClr val="01835F"/>
                </a:solidFill>
              </a:rPr>
              <a:t>Institute for Transport Studies, University of Leeds, </a:t>
            </a:r>
            <a:r>
              <a:rPr lang="en-GB" altLang="en-US" b="1" baseline="30000" dirty="0">
                <a:solidFill>
                  <a:srgbClr val="01835F"/>
                </a:solidFill>
              </a:rPr>
              <a:t>3</a:t>
            </a:r>
            <a:r>
              <a:rPr lang="en-GB" altLang="en-US" b="1" dirty="0">
                <a:solidFill>
                  <a:srgbClr val="01835F"/>
                </a:solidFill>
              </a:rPr>
              <a:t>School of Mathematics, University of Leeds, and </a:t>
            </a:r>
            <a:r>
              <a:rPr lang="en-GB" altLang="en-US" b="1" baseline="30000" dirty="0">
                <a:solidFill>
                  <a:srgbClr val="01835F"/>
                </a:solidFill>
              </a:rPr>
              <a:t>4</a:t>
            </a:r>
            <a:r>
              <a:rPr lang="en-GB" altLang="en-US" b="1" dirty="0">
                <a:solidFill>
                  <a:srgbClr val="01835F"/>
                </a:solidFill>
              </a:rPr>
              <a:t>Transport for London.</a:t>
            </a:r>
          </a:p>
        </p:txBody>
      </p:sp>
      <p:sp>
        <p:nvSpPr>
          <p:cNvPr id="8196" name="Text Box 6"/>
          <p:cNvSpPr txBox="1">
            <a:spLocks noChangeArrowheads="1"/>
          </p:cNvSpPr>
          <p:nvPr/>
        </p:nvSpPr>
        <p:spPr bwMode="auto">
          <a:xfrm>
            <a:off x="1346200" y="7169150"/>
            <a:ext cx="9310688" cy="382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4630" tIns="32315" rIns="64630" bIns="32315">
            <a:spAutoFit/>
          </a:bodyPr>
          <a:lstStyle>
            <a:lvl1pPr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GB" altLang="en-US" sz="1700"/>
          </a:p>
          <a:p>
            <a:pPr eaLnBrk="1" hangingPunct="1">
              <a:spcBef>
                <a:spcPct val="50000"/>
              </a:spcBef>
            </a:pPr>
            <a:endParaRPr lang="en-GB" altLang="en-US" sz="1700"/>
          </a:p>
          <a:p>
            <a:pPr eaLnBrk="1" hangingPunct="1">
              <a:spcBef>
                <a:spcPct val="50000"/>
              </a:spcBef>
            </a:pPr>
            <a:endParaRPr lang="en-GB" altLang="en-US" sz="1700"/>
          </a:p>
          <a:p>
            <a:pPr eaLnBrk="1" hangingPunct="1">
              <a:spcBef>
                <a:spcPct val="50000"/>
              </a:spcBef>
            </a:pPr>
            <a:endParaRPr lang="en-GB" altLang="en-US" sz="1700"/>
          </a:p>
          <a:p>
            <a:pPr eaLnBrk="1" hangingPunct="1">
              <a:spcBef>
                <a:spcPct val="50000"/>
              </a:spcBef>
            </a:pPr>
            <a:endParaRPr lang="en-GB" altLang="en-US" sz="1700"/>
          </a:p>
          <a:p>
            <a:pPr eaLnBrk="1" hangingPunct="1">
              <a:spcBef>
                <a:spcPct val="50000"/>
              </a:spcBef>
            </a:pPr>
            <a:endParaRPr lang="en-GB" altLang="en-US" sz="1700"/>
          </a:p>
          <a:p>
            <a:pPr eaLnBrk="1" hangingPunct="1">
              <a:spcBef>
                <a:spcPct val="50000"/>
              </a:spcBef>
            </a:pPr>
            <a:endParaRPr lang="en-GB" altLang="en-US" sz="1700"/>
          </a:p>
          <a:p>
            <a:pPr eaLnBrk="1" hangingPunct="1">
              <a:spcBef>
                <a:spcPct val="50000"/>
              </a:spcBef>
            </a:pPr>
            <a:endParaRPr lang="en-GB" altLang="en-US" sz="1700"/>
          </a:p>
          <a:p>
            <a:pPr eaLnBrk="1" hangingPunct="1">
              <a:spcBef>
                <a:spcPct val="50000"/>
              </a:spcBef>
            </a:pPr>
            <a:endParaRPr lang="en-GB" altLang="en-US" sz="1700"/>
          </a:p>
          <a:p>
            <a:pPr eaLnBrk="1" hangingPunct="1">
              <a:spcBef>
                <a:spcPct val="50000"/>
              </a:spcBef>
            </a:pPr>
            <a:endParaRPr lang="en-GB" altLang="en-US" sz="1700"/>
          </a:p>
        </p:txBody>
      </p: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1212598" y="5291858"/>
            <a:ext cx="9946570" cy="8390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4630" tIns="32315" rIns="64630" bIns="32315">
            <a:spAutoFit/>
          </a:bodyPr>
          <a:lstStyle>
            <a:lvl1pPr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dirty="0">
                <a:solidFill>
                  <a:srgbClr val="FE9914"/>
                </a:solidFill>
              </a:rPr>
              <a:t>INTRODUCTION</a:t>
            </a:r>
            <a:r>
              <a:rPr lang="en-GB" sz="2800" dirty="0">
                <a:solidFill>
                  <a:srgbClr val="FE9914"/>
                </a:solidFill>
              </a:rPr>
              <a:t> 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sz="2700" dirty="0" smtClean="0"/>
              <a:t>The benefits of cycling are widely recognised: cycling </a:t>
            </a:r>
            <a:r>
              <a:rPr lang="en-GB" sz="2700" dirty="0"/>
              <a:t>is healthy, affordable </a:t>
            </a:r>
            <a:r>
              <a:rPr lang="en-GB" sz="2700" dirty="0" smtClean="0"/>
              <a:t>and often faster than travelling by car or public transport </a:t>
            </a:r>
            <a:r>
              <a:rPr lang="en-GB" dirty="0" smtClean="0"/>
              <a:t>(Heinen et al 2010; Handy et al 2014)</a:t>
            </a:r>
            <a:r>
              <a:rPr lang="en-GB" sz="2700" dirty="0" smtClean="0"/>
              <a:t>. </a:t>
            </a:r>
            <a:r>
              <a:rPr lang="en-GB" sz="2700" dirty="0"/>
              <a:t>Therefore, it should be facilitated </a:t>
            </a:r>
            <a:r>
              <a:rPr lang="en-GB" sz="2700" dirty="0" smtClean="0"/>
              <a:t>for </a:t>
            </a:r>
            <a:r>
              <a:rPr lang="en-GB" sz="2700" dirty="0"/>
              <a:t>everyone</a:t>
            </a:r>
            <a:r>
              <a:rPr lang="en-GB" sz="2700" dirty="0" smtClean="0"/>
              <a:t>.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sz="2700" dirty="0"/>
              <a:t>However, recent research shows that cycling infrastructure is not always well distributed, with the poorest and most disadvantaged areas often least benefited by </a:t>
            </a:r>
            <a:r>
              <a:rPr lang="en-GB" sz="2700" dirty="0" smtClean="0"/>
              <a:t>investment </a:t>
            </a:r>
            <a:r>
              <a:rPr lang="en-GB" dirty="0" smtClean="0"/>
              <a:t>(</a:t>
            </a:r>
            <a:r>
              <a:rPr lang="en-GB" dirty="0" err="1"/>
              <a:t>Teunissen</a:t>
            </a:r>
            <a:r>
              <a:rPr lang="en-GB" dirty="0"/>
              <a:t> et al 2015; Tucker and </a:t>
            </a:r>
            <a:r>
              <a:rPr lang="en-GB" dirty="0" err="1"/>
              <a:t>Manaugh</a:t>
            </a:r>
            <a:r>
              <a:rPr lang="en-GB" dirty="0"/>
              <a:t> 2017)</a:t>
            </a:r>
            <a:r>
              <a:rPr lang="en-GB" sz="2700" dirty="0" smtClean="0"/>
              <a:t>, although this is not always the case</a:t>
            </a:r>
            <a:r>
              <a:rPr lang="en-GB" dirty="0"/>
              <a:t> (Dill and Haggerty </a:t>
            </a:r>
            <a:r>
              <a:rPr lang="en-GB" dirty="0" smtClean="0"/>
              <a:t>2009; </a:t>
            </a:r>
            <a:r>
              <a:rPr lang="en-GB" dirty="0"/>
              <a:t>Winters et al </a:t>
            </a:r>
            <a:r>
              <a:rPr lang="en-GB" dirty="0" smtClean="0"/>
              <a:t>2017)</a:t>
            </a:r>
            <a:r>
              <a:rPr lang="en-GB" sz="2700" dirty="0" smtClean="0"/>
              <a:t>.</a:t>
            </a:r>
            <a:endParaRPr lang="en-GB" sz="2700" dirty="0"/>
          </a:p>
          <a:p>
            <a:pPr eaLnBrk="1" hangingPunct="1">
              <a:spcBef>
                <a:spcPct val="50000"/>
              </a:spcBef>
              <a:defRPr/>
            </a:pPr>
            <a:r>
              <a:rPr lang="en-GB" sz="2700" dirty="0"/>
              <a:t>Guaranteeing the access of </a:t>
            </a:r>
            <a:r>
              <a:rPr lang="en-GB" sz="2700" dirty="0" smtClean="0"/>
              <a:t>disadvantaged </a:t>
            </a:r>
            <a:r>
              <a:rPr lang="en-GB" sz="2700" dirty="0"/>
              <a:t>communities to </a:t>
            </a:r>
            <a:r>
              <a:rPr lang="en-GB" sz="2700" dirty="0" smtClean="0"/>
              <a:t>cycling should </a:t>
            </a:r>
            <a:r>
              <a:rPr lang="en-GB" sz="2700" dirty="0"/>
              <a:t>be a priority, as </a:t>
            </a:r>
            <a:r>
              <a:rPr lang="en-GB" sz="2700" dirty="0" smtClean="0"/>
              <a:t>it could help them to overcome daily barriers such </a:t>
            </a:r>
            <a:r>
              <a:rPr lang="en-GB" sz="2700" dirty="0"/>
              <a:t>as health deprivation, economic difficulties or social exclusion</a:t>
            </a:r>
            <a:r>
              <a:rPr lang="en-GB" sz="2700" dirty="0" smtClean="0"/>
              <a:t>.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sz="2700" dirty="0" smtClean="0"/>
              <a:t>This </a:t>
            </a:r>
            <a:r>
              <a:rPr lang="en-GB" sz="2700" dirty="0"/>
              <a:t>study aims to </a:t>
            </a:r>
            <a:r>
              <a:rPr lang="en-GB" sz="2700" dirty="0" smtClean="0"/>
              <a:t>gain knowledge </a:t>
            </a:r>
            <a:r>
              <a:rPr lang="en-GB" sz="2700" dirty="0"/>
              <a:t>on the relationship between c</a:t>
            </a:r>
            <a:r>
              <a:rPr lang="en-GB" sz="2700" dirty="0" smtClean="0"/>
              <a:t>ycling rates, cycle-friendly infrastructure and </a:t>
            </a:r>
            <a:r>
              <a:rPr lang="en-GB" sz="2700" dirty="0"/>
              <a:t>d</a:t>
            </a:r>
            <a:r>
              <a:rPr lang="en-GB" sz="2700" dirty="0" smtClean="0"/>
              <a:t>eprivation </a:t>
            </a:r>
            <a:r>
              <a:rPr lang="en-GB" sz="2700" dirty="0"/>
              <a:t>in the South London Partnership (SLP) </a:t>
            </a:r>
            <a:r>
              <a:rPr lang="en-GB" sz="2700" dirty="0" smtClean="0"/>
              <a:t>area</a:t>
            </a:r>
            <a:r>
              <a:rPr lang="en-GB" sz="2700" dirty="0"/>
              <a:t>, so that its policymakers and practitioners can consider it when planning.</a:t>
            </a:r>
            <a:endParaRPr lang="en-GB" altLang="en-US" sz="2700" dirty="0"/>
          </a:p>
        </p:txBody>
      </p:sp>
      <p:sp>
        <p:nvSpPr>
          <p:cNvPr id="8198" name="Text Box 18"/>
          <p:cNvSpPr txBox="1">
            <a:spLocks noChangeArrowheads="1"/>
          </p:cNvSpPr>
          <p:nvPr/>
        </p:nvSpPr>
        <p:spPr bwMode="auto">
          <a:xfrm>
            <a:off x="1172733" y="18829362"/>
            <a:ext cx="3203826" cy="5258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4630" tIns="32315" rIns="64630" bIns="32315">
            <a:spAutoFit/>
          </a:bodyPr>
          <a:lstStyle>
            <a:lvl1pPr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700" b="1" dirty="0" smtClean="0"/>
              <a:t>Unit </a:t>
            </a:r>
            <a:r>
              <a:rPr lang="en-GB" altLang="en-US" sz="2700" b="1" dirty="0"/>
              <a:t>of analysis: </a:t>
            </a:r>
            <a:r>
              <a:rPr lang="en-GB" altLang="en-US" sz="2700" dirty="0"/>
              <a:t>Layer Super Output Areas (LSOA) - 678</a:t>
            </a:r>
            <a:r>
              <a:rPr lang="en-GB" altLang="en-US" sz="2700" dirty="0" smtClean="0"/>
              <a:t>.</a:t>
            </a:r>
            <a:endParaRPr lang="en-GB" altLang="en-US" sz="2700" b="1" dirty="0"/>
          </a:p>
          <a:p>
            <a:pPr eaLnBrk="1" hangingPunct="1">
              <a:spcBef>
                <a:spcPct val="50000"/>
              </a:spcBef>
            </a:pPr>
            <a:r>
              <a:rPr lang="en-GB" altLang="en-US" sz="2700" b="1" dirty="0" smtClean="0"/>
              <a:t>Setting: </a:t>
            </a:r>
            <a:r>
              <a:rPr lang="en-GB" altLang="en-US" sz="2700" dirty="0" smtClean="0"/>
              <a:t>The </a:t>
            </a:r>
            <a:r>
              <a:rPr lang="en-GB" altLang="en-US" sz="2700" dirty="0"/>
              <a:t>SLP </a:t>
            </a:r>
            <a:r>
              <a:rPr lang="en-GB" altLang="en-US" sz="2700" dirty="0"/>
              <a:t>a</a:t>
            </a:r>
            <a:r>
              <a:rPr lang="en-GB" altLang="en-US" sz="2700" dirty="0" smtClean="0"/>
              <a:t>rea </a:t>
            </a:r>
            <a:r>
              <a:rPr lang="en-GB" altLang="en-US" sz="2700" dirty="0" smtClean="0"/>
              <a:t>- London </a:t>
            </a:r>
            <a:r>
              <a:rPr lang="en-GB" altLang="en-US" sz="2700" dirty="0"/>
              <a:t>boroughs of Croydon, Kingston, Merton, Richmond and Sutton. </a:t>
            </a:r>
            <a:endParaRPr lang="en-GB" altLang="en-US" sz="2700" dirty="0" smtClean="0"/>
          </a:p>
          <a:p>
            <a:pPr eaLnBrk="1" hangingPunct="1">
              <a:spcBef>
                <a:spcPct val="50000"/>
              </a:spcBef>
            </a:pPr>
            <a:endParaRPr lang="en-GB" altLang="en-US" sz="800" b="1" dirty="0" smtClean="0"/>
          </a:p>
          <a:p>
            <a:pPr eaLnBrk="1" hangingPunct="1">
              <a:spcBef>
                <a:spcPct val="50000"/>
              </a:spcBef>
            </a:pPr>
            <a:endParaRPr lang="en-GB" altLang="en-US" sz="2800" dirty="0" smtClean="0"/>
          </a:p>
        </p:txBody>
      </p:sp>
      <p:sp>
        <p:nvSpPr>
          <p:cNvPr id="8199" name="Text Box 49"/>
          <p:cNvSpPr txBox="1">
            <a:spLocks noChangeArrowheads="1"/>
          </p:cNvSpPr>
          <p:nvPr/>
        </p:nvSpPr>
        <p:spPr bwMode="auto">
          <a:xfrm>
            <a:off x="11531725" y="12060610"/>
            <a:ext cx="10657184" cy="496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4630" tIns="32315" rIns="64630" bIns="32315">
            <a:spAutoFit/>
          </a:bodyPr>
          <a:lstStyle>
            <a:lvl1pPr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700" dirty="0">
                <a:solidFill>
                  <a:srgbClr val="FE9914"/>
                </a:solidFill>
              </a:rPr>
              <a:t>2. </a:t>
            </a:r>
            <a:r>
              <a:rPr lang="en-GB" altLang="en-US" sz="2700" dirty="0" smtClean="0">
                <a:solidFill>
                  <a:srgbClr val="FE9914"/>
                </a:solidFill>
              </a:rPr>
              <a:t>Assessment of equity in </a:t>
            </a:r>
            <a:r>
              <a:rPr lang="en-GB" sz="2700" dirty="0" smtClean="0">
                <a:solidFill>
                  <a:srgbClr val="FE9914"/>
                </a:solidFill>
              </a:rPr>
              <a:t>c</a:t>
            </a:r>
            <a:r>
              <a:rPr lang="en-GB" altLang="en-US" sz="2700" dirty="0" smtClean="0">
                <a:solidFill>
                  <a:srgbClr val="FE9914"/>
                </a:solidFill>
              </a:rPr>
              <a:t>ycle-friendly </a:t>
            </a:r>
            <a:r>
              <a:rPr lang="en-GB" altLang="en-US" sz="2700" dirty="0">
                <a:solidFill>
                  <a:srgbClr val="FE9914"/>
                </a:solidFill>
              </a:rPr>
              <a:t>infrastructure </a:t>
            </a:r>
            <a:r>
              <a:rPr lang="en-GB" sz="2700" dirty="0" smtClean="0">
                <a:solidFill>
                  <a:srgbClr val="FE9914"/>
                </a:solidFill>
              </a:rPr>
              <a:t>distribution</a:t>
            </a:r>
            <a:endParaRPr lang="en-GB" altLang="en-US" sz="2700" dirty="0">
              <a:solidFill>
                <a:srgbClr val="FF0000"/>
              </a:solidFill>
            </a:endParaRPr>
          </a:p>
        </p:txBody>
      </p:sp>
      <p:pic>
        <p:nvPicPr>
          <p:cNvPr id="8200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98092" y="323306"/>
            <a:ext cx="1346200" cy="112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01" name="Text Box 47"/>
          <p:cNvSpPr txBox="1">
            <a:spLocks noChangeArrowheads="1"/>
          </p:cNvSpPr>
          <p:nvPr/>
        </p:nvSpPr>
        <p:spPr bwMode="auto">
          <a:xfrm>
            <a:off x="1162572" y="27520908"/>
            <a:ext cx="10170792" cy="2973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4630" tIns="32315" rIns="64630" bIns="32315">
            <a:spAutoFit/>
          </a:bodyPr>
          <a:lstStyle>
            <a:lvl1pPr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GB" altLang="en-US" sz="2700" b="1" dirty="0" smtClean="0"/>
              <a:t>Procedure: </a:t>
            </a:r>
            <a:r>
              <a:rPr lang="en-GB" altLang="en-US" sz="2700" dirty="0" smtClean="0"/>
              <a:t>Setting objectives -&gt; </a:t>
            </a:r>
            <a:r>
              <a:rPr lang="en-GB" sz="2700" dirty="0"/>
              <a:t>Data </a:t>
            </a:r>
            <a:r>
              <a:rPr lang="en-GB" sz="2700" dirty="0" smtClean="0"/>
              <a:t>collection </a:t>
            </a:r>
            <a:r>
              <a:rPr lang="en-GB" altLang="en-US" sz="2700" dirty="0" smtClean="0"/>
              <a:t>-&gt; Data  preparation -&gt; Non-spatial analysis (</a:t>
            </a:r>
            <a:r>
              <a:rPr lang="en-GB" sz="2700" dirty="0" err="1" smtClean="0"/>
              <a:t>correlogram</a:t>
            </a:r>
            <a:r>
              <a:rPr lang="en-GB" sz="2700" dirty="0" smtClean="0"/>
              <a:t> </a:t>
            </a:r>
            <a:r>
              <a:rPr lang="en-GB" sz="2700" dirty="0"/>
              <a:t>and box diagrams</a:t>
            </a:r>
            <a:r>
              <a:rPr lang="en-GB" altLang="en-US" sz="2700" dirty="0"/>
              <a:t>) and spatial Data analysis (</a:t>
            </a:r>
            <a:r>
              <a:rPr lang="en-GB" sz="2700" dirty="0"/>
              <a:t>bivariate choropleth map</a:t>
            </a:r>
            <a:r>
              <a:rPr lang="en-GB" altLang="en-US" sz="2700" dirty="0" smtClean="0"/>
              <a:t>) -&gt; </a:t>
            </a:r>
            <a:r>
              <a:rPr lang="en-GB" altLang="en-US" sz="2700" dirty="0"/>
              <a:t>Data interpretation. </a:t>
            </a:r>
            <a:endParaRPr lang="en-GB" altLang="en-US" sz="800" dirty="0"/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700" b="1" dirty="0" smtClean="0"/>
              <a:t>Software used: </a:t>
            </a:r>
            <a:r>
              <a:rPr lang="en-GB" altLang="en-US" sz="2700" dirty="0"/>
              <a:t>R (programming language). </a:t>
            </a:r>
          </a:p>
          <a:p>
            <a:pPr eaLnBrk="1" hangingPunct="1">
              <a:spcBef>
                <a:spcPct val="50000"/>
              </a:spcBef>
              <a:defRPr/>
            </a:pPr>
            <a:endParaRPr lang="en-GB" altLang="en-US" sz="2700" dirty="0"/>
          </a:p>
        </p:txBody>
      </p:sp>
      <p:sp>
        <p:nvSpPr>
          <p:cNvPr id="8202" name="Text Box 12"/>
          <p:cNvSpPr txBox="1">
            <a:spLocks noChangeArrowheads="1"/>
          </p:cNvSpPr>
          <p:nvPr/>
        </p:nvSpPr>
        <p:spPr bwMode="auto">
          <a:xfrm>
            <a:off x="11671817" y="24301970"/>
            <a:ext cx="10301067" cy="7351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4630" tIns="32315" rIns="64630" bIns="32315">
            <a:spAutoFit/>
          </a:bodyPr>
          <a:lstStyle>
            <a:lvl1pPr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800" dirty="0">
                <a:solidFill>
                  <a:srgbClr val="FE9914"/>
                </a:solidFill>
              </a:rPr>
              <a:t>CONCLUSIONS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sz="2700" dirty="0"/>
              <a:t>This study reveals that </a:t>
            </a:r>
            <a:r>
              <a:rPr lang="en-GB" sz="2700" dirty="0" smtClean="0"/>
              <a:t>the </a:t>
            </a:r>
            <a:r>
              <a:rPr lang="en-GB" sz="2700" dirty="0"/>
              <a:t>only cycle-friendly infrastructure positively correlated with cycle rates in the </a:t>
            </a:r>
            <a:r>
              <a:rPr lang="en-GB" sz="2700" dirty="0" smtClean="0"/>
              <a:t>SLP </a:t>
            </a:r>
            <a:r>
              <a:rPr lang="en-GB" sz="2700" dirty="0" smtClean="0"/>
              <a:t>area </a:t>
            </a:r>
            <a:r>
              <a:rPr lang="en-GB" sz="2700" dirty="0" smtClean="0"/>
              <a:t>is cycle tracks</a:t>
            </a:r>
            <a:r>
              <a:rPr lang="en-GB" sz="2700" dirty="0"/>
              <a:t> </a:t>
            </a:r>
            <a:r>
              <a:rPr lang="en-GB" sz="2700" dirty="0" smtClean="0"/>
              <a:t>(the safest one), </a:t>
            </a:r>
            <a:r>
              <a:rPr lang="en-GB" sz="2700" dirty="0"/>
              <a:t>although very </a:t>
            </a:r>
            <a:r>
              <a:rPr lang="en-GB" sz="2700" dirty="0" smtClean="0"/>
              <a:t>weakly. </a:t>
            </a:r>
            <a:r>
              <a:rPr lang="en-GB" sz="2700" dirty="0"/>
              <a:t>In addition, a clear negative correlation between cycling rates and deprivation has been </a:t>
            </a:r>
            <a:r>
              <a:rPr lang="en-GB" sz="2700" dirty="0" smtClean="0"/>
              <a:t>found: the </a:t>
            </a:r>
            <a:r>
              <a:rPr lang="en-GB" sz="2700" dirty="0"/>
              <a:t>more deprivation, the less cycling participation</a:t>
            </a:r>
            <a:r>
              <a:rPr lang="en-GB" sz="2700" dirty="0" smtClean="0"/>
              <a:t>.</a:t>
            </a:r>
            <a:endParaRPr lang="en-GB" sz="2700" dirty="0"/>
          </a:p>
          <a:p>
            <a:pPr eaLnBrk="1" hangingPunct="1">
              <a:spcBef>
                <a:spcPct val="50000"/>
              </a:spcBef>
              <a:defRPr/>
            </a:pPr>
            <a:r>
              <a:rPr lang="en-GB" sz="2700" dirty="0" smtClean="0"/>
              <a:t>Contrary to expectations, the </a:t>
            </a:r>
            <a:r>
              <a:rPr lang="en-GB" sz="2700" dirty="0"/>
              <a:t>analyses </a:t>
            </a:r>
            <a:r>
              <a:rPr lang="en-GB" sz="2700" dirty="0" smtClean="0"/>
              <a:t>show </a:t>
            </a:r>
            <a:r>
              <a:rPr lang="en-GB" sz="2700" dirty="0"/>
              <a:t>that </a:t>
            </a:r>
            <a:r>
              <a:rPr lang="en-GB" sz="2700" dirty="0" smtClean="0"/>
              <a:t>highly deprived areas </a:t>
            </a:r>
            <a:r>
              <a:rPr lang="en-GB" sz="2700" dirty="0"/>
              <a:t>have a greater density of cycle lanes and quiet </a:t>
            </a:r>
            <a:r>
              <a:rPr lang="en-GB" sz="2700" dirty="0" smtClean="0"/>
              <a:t>streets than non-deprived ones in the SLP area. </a:t>
            </a:r>
            <a:r>
              <a:rPr lang="en-GB" sz="2700" dirty="0"/>
              <a:t>However</a:t>
            </a:r>
            <a:r>
              <a:rPr lang="en-GB" sz="2700" dirty="0" smtClean="0"/>
              <a:t>, </a:t>
            </a:r>
            <a:r>
              <a:rPr lang="en-GB" sz="2700" dirty="0"/>
              <a:t>cycle tracks are </a:t>
            </a:r>
            <a:r>
              <a:rPr lang="en-GB" sz="2700" dirty="0" smtClean="0"/>
              <a:t>particularly low</a:t>
            </a:r>
            <a:r>
              <a:rPr lang="en-GB" sz="2700" dirty="0" smtClean="0"/>
              <a:t> </a:t>
            </a:r>
            <a:r>
              <a:rPr lang="en-GB" sz="2700" dirty="0"/>
              <a:t>in the areas that are either most deprived or least deprived. 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sz="2700" dirty="0"/>
              <a:t>Finally, we identified small clusters of spatial </a:t>
            </a:r>
            <a:r>
              <a:rPr lang="en-GB" sz="2700" dirty="0" smtClean="0"/>
              <a:t>areas in </a:t>
            </a:r>
            <a:r>
              <a:rPr lang="en-GB" sz="2700" dirty="0"/>
              <a:t>which future investment </a:t>
            </a:r>
            <a:r>
              <a:rPr lang="en-GB" sz="2700" dirty="0" smtClean="0"/>
              <a:t>in infrastructure should be considered to improve equity. To increase cycling </a:t>
            </a:r>
            <a:r>
              <a:rPr lang="en-GB" sz="2700" dirty="0"/>
              <a:t>among the most deprived </a:t>
            </a:r>
            <a:r>
              <a:rPr lang="en-GB" sz="2700" dirty="0" smtClean="0"/>
              <a:t>populations in the SLP area, </a:t>
            </a:r>
            <a:r>
              <a:rPr lang="en-GB" sz="2700" dirty="0"/>
              <a:t>i</a:t>
            </a:r>
            <a:r>
              <a:rPr lang="en-GB" sz="2700" dirty="0" smtClean="0"/>
              <a:t>nvestment in behaviour-change programmes might be also needed. </a:t>
            </a:r>
            <a:endParaRPr lang="en-GB" altLang="en-US" sz="2700" dirty="0"/>
          </a:p>
        </p:txBody>
      </p:sp>
      <p:pic>
        <p:nvPicPr>
          <p:cNvPr id="8204" name="Picture 4"/>
          <p:cNvPicPr>
            <a:picLocks noChangeAspect="1"/>
          </p:cNvPicPr>
          <p:nvPr/>
        </p:nvPicPr>
        <p:blipFill>
          <a:blip r:embed="rId3">
            <a:clrChange>
              <a:clrFrom>
                <a:srgbClr val="0A0204"/>
              </a:clrFrom>
              <a:clrTo>
                <a:srgbClr val="0A020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175" y="-108742"/>
            <a:ext cx="5600700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5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8115" y="323306"/>
            <a:ext cx="4430713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08" name="Text Box 9"/>
          <p:cNvSpPr txBox="1">
            <a:spLocks noChangeArrowheads="1"/>
          </p:cNvSpPr>
          <p:nvPr/>
        </p:nvSpPr>
        <p:spPr bwMode="auto">
          <a:xfrm>
            <a:off x="11626177" y="5291858"/>
            <a:ext cx="9580563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4630" tIns="32315" rIns="64630" bIns="32315">
            <a:spAutoFit/>
          </a:bodyPr>
          <a:lstStyle>
            <a:lvl1pPr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800" dirty="0">
                <a:solidFill>
                  <a:srgbClr val="FE9914"/>
                </a:solidFill>
              </a:rPr>
              <a:t>RESULTS</a:t>
            </a:r>
          </a:p>
        </p:txBody>
      </p:sp>
      <p:sp>
        <p:nvSpPr>
          <p:cNvPr id="8209" name="Text Box 12"/>
          <p:cNvSpPr txBox="1">
            <a:spLocks noChangeArrowheads="1"/>
          </p:cNvSpPr>
          <p:nvPr/>
        </p:nvSpPr>
        <p:spPr bwMode="auto">
          <a:xfrm>
            <a:off x="11467231" y="5991150"/>
            <a:ext cx="10968669" cy="496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4630" tIns="32315" rIns="64630" bIns="32315">
            <a:spAutoFit/>
          </a:bodyPr>
          <a:lstStyle>
            <a:lvl1pPr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700" dirty="0">
                <a:solidFill>
                  <a:srgbClr val="FE9914"/>
                </a:solidFill>
              </a:rPr>
              <a:t>1. C</a:t>
            </a:r>
            <a:r>
              <a:rPr lang="en-GB" sz="2700" dirty="0" smtClean="0">
                <a:solidFill>
                  <a:srgbClr val="FE9914"/>
                </a:solidFill>
              </a:rPr>
              <a:t>ycling </a:t>
            </a:r>
            <a:r>
              <a:rPr lang="en-GB" sz="2700" dirty="0">
                <a:solidFill>
                  <a:srgbClr val="FE9914"/>
                </a:solidFill>
              </a:rPr>
              <a:t>rates, </a:t>
            </a:r>
            <a:r>
              <a:rPr lang="en-GB" sz="2700" dirty="0" smtClean="0">
                <a:solidFill>
                  <a:srgbClr val="FE9914"/>
                </a:solidFill>
              </a:rPr>
              <a:t>cycle-friendly infrastructure </a:t>
            </a:r>
            <a:r>
              <a:rPr lang="en-GB" sz="2700" dirty="0">
                <a:solidFill>
                  <a:srgbClr val="FE9914"/>
                </a:solidFill>
              </a:rPr>
              <a:t>and </a:t>
            </a:r>
            <a:r>
              <a:rPr lang="en-GB" sz="2700" dirty="0" smtClean="0">
                <a:solidFill>
                  <a:srgbClr val="FE9914"/>
                </a:solidFill>
              </a:rPr>
              <a:t>deprivation link </a:t>
            </a:r>
            <a:endParaRPr lang="en-GB" altLang="en-US" sz="2700" dirty="0">
              <a:solidFill>
                <a:srgbClr val="FE9914"/>
              </a:solidFill>
            </a:endParaRPr>
          </a:p>
        </p:txBody>
      </p:sp>
      <p:grpSp>
        <p:nvGrpSpPr>
          <p:cNvPr id="8214" name="Group 40"/>
          <p:cNvGrpSpPr>
            <a:grpSpLocks/>
          </p:cNvGrpSpPr>
          <p:nvPr/>
        </p:nvGrpSpPr>
        <p:grpSpPr bwMode="auto">
          <a:xfrm>
            <a:off x="4402932" y="18829362"/>
            <a:ext cx="6608762" cy="5306488"/>
            <a:chOff x="1322388" y="18368788"/>
            <a:chExt cx="6608936" cy="5306488"/>
          </a:xfrm>
        </p:grpSpPr>
        <p:grpSp>
          <p:nvGrpSpPr>
            <p:cNvPr id="8219" name="Group 3154"/>
            <p:cNvGrpSpPr>
              <a:grpSpLocks/>
            </p:cNvGrpSpPr>
            <p:nvPr/>
          </p:nvGrpSpPr>
          <p:grpSpPr bwMode="auto">
            <a:xfrm>
              <a:off x="1322388" y="18368788"/>
              <a:ext cx="6608936" cy="5306488"/>
              <a:chOff x="1322388" y="18729325"/>
              <a:chExt cx="6608936" cy="5306488"/>
            </a:xfrm>
          </p:grpSpPr>
          <p:sp>
            <p:nvSpPr>
              <p:cNvPr id="8223" name="Text Box 18"/>
              <p:cNvSpPr txBox="1">
                <a:spLocks noChangeArrowheads="1"/>
              </p:cNvSpPr>
              <p:nvPr/>
            </p:nvSpPr>
            <p:spPr bwMode="auto">
              <a:xfrm>
                <a:off x="1322388" y="23755108"/>
                <a:ext cx="6426902" cy="2807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64630" tIns="32315" rIns="64630" bIns="32315">
                <a:spAutoFit/>
              </a:bodyPr>
              <a:lstStyle>
                <a:lvl1pPr defTabSz="646113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646113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646113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646113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646113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6461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6461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6461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6461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en-GB" altLang="en-US" sz="1400" dirty="0"/>
              </a:p>
            </p:txBody>
          </p:sp>
          <p:grpSp>
            <p:nvGrpSpPr>
              <p:cNvPr id="8224" name="Group 10"/>
              <p:cNvGrpSpPr>
                <a:grpSpLocks/>
              </p:cNvGrpSpPr>
              <p:nvPr/>
            </p:nvGrpSpPr>
            <p:grpSpPr bwMode="auto">
              <a:xfrm>
                <a:off x="1338264" y="18729325"/>
                <a:ext cx="6593060" cy="5034096"/>
                <a:chOff x="1413780" y="19271258"/>
                <a:chExt cx="6593705" cy="5033217"/>
              </a:xfrm>
            </p:grpSpPr>
            <p:sp>
              <p:nvSpPr>
                <p:cNvPr id="3149" name="Rectangle 3148"/>
                <p:cNvSpPr/>
                <p:nvPr/>
              </p:nvSpPr>
              <p:spPr bwMode="auto">
                <a:xfrm>
                  <a:off x="1413779" y="19271258"/>
                  <a:ext cx="6436524" cy="4958484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GB"/>
                </a:p>
              </p:txBody>
            </p:sp>
            <p:grpSp>
              <p:nvGrpSpPr>
                <p:cNvPr id="8226" name="Group 5"/>
                <p:cNvGrpSpPr>
                  <a:grpSpLocks/>
                </p:cNvGrpSpPr>
                <p:nvPr/>
              </p:nvGrpSpPr>
              <p:grpSpPr bwMode="auto">
                <a:xfrm>
                  <a:off x="6281527" y="19477437"/>
                  <a:ext cx="1725958" cy="1673303"/>
                  <a:chOff x="6428311" y="19747238"/>
                  <a:chExt cx="1725958" cy="1673303"/>
                </a:xfrm>
              </p:grpSpPr>
              <p:grpSp>
                <p:nvGrpSpPr>
                  <p:cNvPr id="8228" name="Group 4"/>
                  <p:cNvGrpSpPr>
                    <a:grpSpLocks/>
                  </p:cNvGrpSpPr>
                  <p:nvPr/>
                </p:nvGrpSpPr>
                <p:grpSpPr bwMode="auto">
                  <a:xfrm>
                    <a:off x="6428311" y="19747238"/>
                    <a:ext cx="1633525" cy="538224"/>
                    <a:chOff x="4831135" y="18037273"/>
                    <a:chExt cx="1905943" cy="564020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 bwMode="auto">
                    <a:xfrm>
                      <a:off x="4831289" y="18085677"/>
                      <a:ext cx="1167058" cy="515622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GB" sz="1400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8234" name="Rectangle 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65469" y="18037273"/>
                      <a:ext cx="1271609" cy="53217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GB" altLang="en-US" sz="900" dirty="0">
                          <a:solidFill>
                            <a:schemeClr val="bg1"/>
                          </a:solidFill>
                        </a:rPr>
                        <a:t>Cycle </a:t>
                      </a:r>
                      <a:r>
                        <a:rPr lang="en-GB" altLang="en-US" sz="900" dirty="0" smtClean="0">
                          <a:solidFill>
                            <a:schemeClr val="bg1"/>
                          </a:solidFill>
                        </a:rPr>
                        <a:t>track s (1)</a:t>
                      </a:r>
                      <a:endParaRPr lang="en-GB" altLang="en-US" sz="900" dirty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GB" altLang="en-US" sz="900" dirty="0">
                          <a:solidFill>
                            <a:schemeClr val="bg1"/>
                          </a:solidFill>
                        </a:rPr>
                        <a:t>Cycle </a:t>
                      </a:r>
                      <a:r>
                        <a:rPr lang="en-GB" altLang="en-US" sz="900" dirty="0" smtClean="0">
                          <a:solidFill>
                            <a:schemeClr val="bg1"/>
                          </a:solidFill>
                        </a:rPr>
                        <a:t>lanes   (2)</a:t>
                      </a:r>
                      <a:endParaRPr lang="en-GB" altLang="en-US" sz="900" dirty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GB" altLang="en-US" sz="900" dirty="0">
                          <a:solidFill>
                            <a:schemeClr val="bg1"/>
                          </a:solidFill>
                        </a:rPr>
                        <a:t>Quiet </a:t>
                      </a:r>
                      <a:r>
                        <a:rPr lang="en-GB" altLang="en-US" sz="900" dirty="0" smtClean="0">
                          <a:solidFill>
                            <a:schemeClr val="bg1"/>
                          </a:solidFill>
                        </a:rPr>
                        <a:t>streets (3)</a:t>
                      </a:r>
                      <a:endParaRPr lang="en-GB" altLang="en-US" sz="900" dirty="0">
                        <a:solidFill>
                          <a:schemeClr val="bg1"/>
                        </a:solidFill>
                      </a:endParaRPr>
                    </a:p>
                  </p:txBody>
                </p:sp>
                <p:cxnSp>
                  <p:nvCxnSpPr>
                    <p:cNvPr id="10" name="Straight Connector 9"/>
                    <p:cNvCxnSpPr/>
                    <p:nvPr/>
                  </p:nvCxnSpPr>
                  <p:spPr bwMode="auto">
                    <a:xfrm>
                      <a:off x="5144356" y="18158862"/>
                      <a:ext cx="331593" cy="0"/>
                    </a:xfrm>
                    <a:prstGeom prst="line">
                      <a:avLst/>
                    </a:prstGeom>
                    <a:ln w="28575">
                      <a:solidFill>
                        <a:srgbClr val="FF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" name="Straight Connector 11"/>
                    <p:cNvCxnSpPr/>
                    <p:nvPr/>
                  </p:nvCxnSpPr>
                  <p:spPr bwMode="auto">
                    <a:xfrm>
                      <a:off x="5146209" y="18296915"/>
                      <a:ext cx="331592" cy="0"/>
                    </a:xfrm>
                    <a:prstGeom prst="line">
                      <a:avLst/>
                    </a:prstGeom>
                    <a:ln w="28575">
                      <a:solidFill>
                        <a:srgbClr val="5953C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" name="Straight Connector 37"/>
                    <p:cNvCxnSpPr/>
                    <p:nvPr/>
                  </p:nvCxnSpPr>
                  <p:spPr bwMode="auto">
                    <a:xfrm>
                      <a:off x="5144356" y="18434969"/>
                      <a:ext cx="333445" cy="0"/>
                    </a:xfrm>
                    <a:prstGeom prst="line">
                      <a:avLst/>
                    </a:prstGeom>
                    <a:ln w="28575">
                      <a:solidFill>
                        <a:srgbClr val="00FF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8229" name="Group 10"/>
                  <p:cNvGrpSpPr>
                    <a:grpSpLocks/>
                  </p:cNvGrpSpPr>
                  <p:nvPr/>
                </p:nvGrpSpPr>
                <p:grpSpPr bwMode="auto">
                  <a:xfrm>
                    <a:off x="6698070" y="20485546"/>
                    <a:ext cx="854851" cy="934995"/>
                    <a:chOff x="6735382" y="18616001"/>
                    <a:chExt cx="997411" cy="979808"/>
                  </a:xfrm>
                </p:grpSpPr>
                <p:pic>
                  <p:nvPicPr>
                    <p:cNvPr id="8231" name="Picture 5"/>
                    <p:cNvPicPr>
                      <a:picLocks noChangeAspect="1"/>
                    </p:cNvPicPr>
                    <p:nvPr/>
                  </p:nvPicPr>
                  <p:blipFill>
                    <a:blip r:embed="rId5">
                      <a:clrChange>
                        <a:clrFrom>
                          <a:srgbClr val="FFFFFF"/>
                        </a:clrFrom>
                        <a:clrTo>
                          <a:srgbClr val="FFFFFF">
                            <a:alpha val="0"/>
                          </a:srgbClr>
                        </a:clrTo>
                      </a:clrChang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-845" t="29987" r="14980" b="560"/>
                    <a:stretch>
                      <a:fillRect/>
                    </a:stretch>
                  </p:blipFill>
                  <p:spPr bwMode="auto">
                    <a:xfrm>
                      <a:off x="6735382" y="18616001"/>
                      <a:ext cx="872685" cy="97980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  <p:sp>
                  <p:nvSpPr>
                    <p:cNvPr id="9" name="Rectangle 8"/>
                    <p:cNvSpPr/>
                    <p:nvPr/>
                  </p:nvSpPr>
                  <p:spPr>
                    <a:xfrm>
                      <a:off x="6907989" y="18632541"/>
                      <a:ext cx="824350" cy="963048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>
                        <a:defRPr/>
                      </a:pPr>
                      <a:r>
                        <a:rPr lang="en-GB" sz="900" dirty="0">
                          <a:solidFill>
                            <a:schemeClr val="bg1"/>
                          </a:solidFill>
                        </a:rPr>
                        <a:t>0%-2%</a:t>
                      </a:r>
                    </a:p>
                    <a:p>
                      <a:pPr>
                        <a:defRPr/>
                      </a:pPr>
                      <a:r>
                        <a:rPr lang="en-GB" sz="900" dirty="0">
                          <a:solidFill>
                            <a:schemeClr val="bg1"/>
                          </a:solidFill>
                        </a:rPr>
                        <a:t>2%-4%</a:t>
                      </a:r>
                    </a:p>
                    <a:p>
                      <a:pPr>
                        <a:defRPr/>
                      </a:pPr>
                      <a:r>
                        <a:rPr lang="en-GB" sz="900" dirty="0">
                          <a:solidFill>
                            <a:schemeClr val="bg1"/>
                          </a:solidFill>
                        </a:rPr>
                        <a:t>4%-6%</a:t>
                      </a:r>
                    </a:p>
                    <a:p>
                      <a:pPr>
                        <a:defRPr/>
                      </a:pPr>
                      <a:r>
                        <a:rPr lang="en-GB" sz="900" dirty="0">
                          <a:solidFill>
                            <a:schemeClr val="bg1"/>
                          </a:solidFill>
                        </a:rPr>
                        <a:t>6%-8%</a:t>
                      </a:r>
                    </a:p>
                    <a:p>
                      <a:pPr>
                        <a:defRPr/>
                      </a:pPr>
                      <a:r>
                        <a:rPr lang="en-GB" sz="900" dirty="0">
                          <a:solidFill>
                            <a:schemeClr val="bg1"/>
                          </a:solidFill>
                        </a:rPr>
                        <a:t>8%-10%</a:t>
                      </a:r>
                    </a:p>
                    <a:p>
                      <a:pPr>
                        <a:defRPr/>
                      </a:pPr>
                      <a:r>
                        <a:rPr lang="en-GB" sz="900" dirty="0">
                          <a:solidFill>
                            <a:schemeClr val="bg1"/>
                          </a:solidFill>
                        </a:rPr>
                        <a:t>10%-12%</a:t>
                      </a:r>
                    </a:p>
                    <a:p>
                      <a:pPr>
                        <a:defRPr/>
                      </a:pPr>
                      <a:r>
                        <a:rPr lang="en-GB" sz="900" dirty="0">
                          <a:solidFill>
                            <a:schemeClr val="bg1"/>
                          </a:solidFill>
                        </a:rPr>
                        <a:t>12%-14%</a:t>
                      </a:r>
                    </a:p>
                  </p:txBody>
                </p:sp>
              </p:grpSp>
              <p:sp>
                <p:nvSpPr>
                  <p:cNvPr id="8230" name="Rectangle 7"/>
                  <p:cNvSpPr>
                    <a:spLocks noChangeArrowheads="1"/>
                  </p:cNvSpPr>
                  <p:nvPr/>
                </p:nvSpPr>
                <p:spPr bwMode="auto">
                  <a:xfrm>
                    <a:off x="6633628" y="20224101"/>
                    <a:ext cx="1520641" cy="23083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r>
                      <a:rPr lang="en-GB" altLang="en-US" sz="900">
                        <a:solidFill>
                          <a:schemeClr val="bg1"/>
                        </a:solidFill>
                      </a:rPr>
                      <a:t>% cycle to work (2011)</a:t>
                    </a:r>
                  </a:p>
                </p:txBody>
              </p:sp>
            </p:grpSp>
            <p:pic>
              <p:nvPicPr>
                <p:cNvPr id="8227" name="Picture 3147"/>
                <p:cNvPicPr>
                  <a:picLocks noChangeAspect="1"/>
                </p:cNvPicPr>
                <p:nvPr/>
              </p:nvPicPr>
              <p:blipFill>
                <a:blip r:embed="rId6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9093" t="2946" r="8784" b="2556"/>
                <a:stretch>
                  <a:fillRect/>
                </a:stretch>
              </p:blipFill>
              <p:spPr bwMode="auto">
                <a:xfrm>
                  <a:off x="1526131" y="19437213"/>
                  <a:ext cx="5897466" cy="486726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pic>
          <p:nvPicPr>
            <p:cNvPr id="3140" name="Picture 313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716552" y="18514838"/>
              <a:ext cx="1489114" cy="1092200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cxnSp>
          <p:nvCxnSpPr>
            <p:cNvPr id="3159" name="Straight Connector 3158"/>
            <p:cNvCxnSpPr/>
            <p:nvPr/>
          </p:nvCxnSpPr>
          <p:spPr>
            <a:xfrm>
              <a:off x="3052809" y="18641838"/>
              <a:ext cx="2070155" cy="441325"/>
            </a:xfrm>
            <a:prstGeom prst="line">
              <a:avLst/>
            </a:prstGeom>
            <a:ln w="31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>
              <a:off x="5624626" y="19478451"/>
              <a:ext cx="662004" cy="1163637"/>
            </a:xfrm>
            <a:prstGeom prst="line">
              <a:avLst/>
            </a:prstGeom>
            <a:ln w="31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Rectangle 18"/>
          <p:cNvSpPr/>
          <p:nvPr/>
        </p:nvSpPr>
        <p:spPr>
          <a:xfrm>
            <a:off x="1159556" y="13788802"/>
            <a:ext cx="9652088" cy="40549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dirty="0" smtClean="0">
                <a:solidFill>
                  <a:srgbClr val="FE9914"/>
                </a:solidFill>
              </a:rPr>
              <a:t>OBJECTIVES</a:t>
            </a:r>
            <a:endParaRPr lang="en-GB" altLang="en-US" sz="2800" dirty="0">
              <a:solidFill>
                <a:srgbClr val="FE9914"/>
              </a:solidFill>
            </a:endParaRPr>
          </a:p>
          <a:p>
            <a:pPr marL="514350" indent="-514350" defTabSz="646113" eaLnBrk="1" hangingPunct="1">
              <a:spcBef>
                <a:spcPct val="50000"/>
              </a:spcBef>
              <a:buAutoNum type="arabicPeriod"/>
              <a:defRPr/>
            </a:pPr>
            <a:r>
              <a:rPr lang="en-GB" sz="2700" dirty="0" smtClean="0"/>
              <a:t>Analyse </a:t>
            </a:r>
            <a:r>
              <a:rPr lang="en-GB" sz="2700" dirty="0"/>
              <a:t>the link between cycling rates, </a:t>
            </a:r>
            <a:r>
              <a:rPr lang="en-GB" sz="2700" dirty="0" smtClean="0"/>
              <a:t>cycle-friendly infrastructure and </a:t>
            </a:r>
            <a:r>
              <a:rPr lang="en-GB" sz="2700" dirty="0"/>
              <a:t>deprivation in the </a:t>
            </a:r>
            <a:r>
              <a:rPr lang="en-GB" sz="2700" dirty="0" smtClean="0"/>
              <a:t>SLP </a:t>
            </a:r>
            <a:r>
              <a:rPr lang="en-GB" sz="2700" dirty="0" smtClean="0"/>
              <a:t>area</a:t>
            </a:r>
            <a:r>
              <a:rPr lang="en-GB" sz="2700" dirty="0" smtClean="0"/>
              <a:t>.</a:t>
            </a:r>
            <a:endParaRPr lang="en-GB" sz="2700" dirty="0"/>
          </a:p>
          <a:p>
            <a:pPr marL="514350" indent="-514350" defTabSz="646113" eaLnBrk="1" hangingPunct="1">
              <a:spcBef>
                <a:spcPct val="50000"/>
              </a:spcBef>
              <a:buAutoNum type="arabicPeriod" startAt="2"/>
              <a:defRPr/>
            </a:pPr>
            <a:r>
              <a:rPr lang="en-GB" sz="2700" dirty="0" smtClean="0"/>
              <a:t>Assess </a:t>
            </a:r>
            <a:r>
              <a:rPr lang="en-GB" sz="2700" dirty="0"/>
              <a:t>if the cycle-friendly infrastructure is equally distributed among its </a:t>
            </a:r>
            <a:r>
              <a:rPr lang="en-GB" sz="2700" dirty="0" smtClean="0"/>
              <a:t>areas.</a:t>
            </a:r>
            <a:endParaRPr lang="en-GB" sz="2700" dirty="0"/>
          </a:p>
          <a:p>
            <a:pPr marL="514350" indent="-514350" defTabSz="646113" eaLnBrk="1" hangingPunct="1">
              <a:spcBef>
                <a:spcPct val="50000"/>
              </a:spcBef>
              <a:buAutoNum type="arabicPeriod" startAt="3"/>
              <a:defRPr/>
            </a:pPr>
            <a:r>
              <a:rPr lang="en-GB" sz="2700" dirty="0" smtClean="0"/>
              <a:t>Identify areas </a:t>
            </a:r>
            <a:r>
              <a:rPr lang="en-GB" sz="2700" dirty="0"/>
              <a:t>in which future investment </a:t>
            </a:r>
            <a:r>
              <a:rPr lang="en-GB" sz="2700" dirty="0" smtClean="0"/>
              <a:t>in infrastructure could </a:t>
            </a:r>
            <a:r>
              <a:rPr lang="en-GB" sz="2700" dirty="0"/>
              <a:t>help to increase cycling among the population living in deprived </a:t>
            </a:r>
            <a:r>
              <a:rPr lang="en-GB" sz="2700" dirty="0" smtClean="0"/>
              <a:t>areas.</a:t>
            </a:r>
          </a:p>
        </p:txBody>
      </p:sp>
      <p:sp>
        <p:nvSpPr>
          <p:cNvPr id="62" name="Text Box 18"/>
          <p:cNvSpPr txBox="1">
            <a:spLocks noChangeArrowheads="1"/>
          </p:cNvSpPr>
          <p:nvPr/>
        </p:nvSpPr>
        <p:spPr bwMode="auto">
          <a:xfrm>
            <a:off x="18300475" y="6692494"/>
            <a:ext cx="3384377" cy="4635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4630" tIns="32315" rIns="64630" bIns="32315">
            <a:spAutoFit/>
          </a:bodyPr>
          <a:lstStyle>
            <a:lvl1pPr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700" dirty="0" smtClean="0"/>
              <a:t>The only cycle-friendly infrastructure </a:t>
            </a:r>
            <a:r>
              <a:rPr lang="en-GB" altLang="en-US" sz="2700" dirty="0"/>
              <a:t>positively </a:t>
            </a:r>
            <a:r>
              <a:rPr lang="en-GB" altLang="en-US" sz="2700" dirty="0" smtClean="0"/>
              <a:t>correlated with cycle rates is cycle tracks, although very weakly (+0.1). A negative </a:t>
            </a:r>
            <a:r>
              <a:rPr lang="en-GB" altLang="en-US" sz="2700" dirty="0"/>
              <a:t>link between cycling </a:t>
            </a:r>
            <a:r>
              <a:rPr lang="en-GB" altLang="en-US" sz="2700" dirty="0" smtClean="0"/>
              <a:t>rates </a:t>
            </a:r>
            <a:r>
              <a:rPr lang="en-GB" altLang="en-US" sz="2700" dirty="0"/>
              <a:t>and deprivation </a:t>
            </a:r>
            <a:r>
              <a:rPr lang="en-GB" altLang="en-US" sz="2700" dirty="0" smtClean="0"/>
              <a:t>has been also found (-0.4). </a:t>
            </a:r>
            <a:endParaRPr lang="en-GB" altLang="en-US" sz="2700" dirty="0"/>
          </a:p>
        </p:txBody>
      </p:sp>
      <p:sp>
        <p:nvSpPr>
          <p:cNvPr id="24" name="Rectangle 23"/>
          <p:cNvSpPr/>
          <p:nvPr/>
        </p:nvSpPr>
        <p:spPr>
          <a:xfrm>
            <a:off x="1162572" y="17946102"/>
            <a:ext cx="102251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dirty="0" smtClean="0">
                <a:solidFill>
                  <a:srgbClr val="FE9914"/>
                </a:solidFill>
              </a:rPr>
              <a:t>METHOD</a:t>
            </a:r>
          </a:p>
        </p:txBody>
      </p:sp>
      <p:sp>
        <p:nvSpPr>
          <p:cNvPr id="71" name="Text Box 18"/>
          <p:cNvSpPr txBox="1">
            <a:spLocks noChangeArrowheads="1"/>
          </p:cNvSpPr>
          <p:nvPr/>
        </p:nvSpPr>
        <p:spPr bwMode="auto">
          <a:xfrm>
            <a:off x="1162572" y="23532399"/>
            <a:ext cx="10090750" cy="4009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4630" tIns="32315" rIns="64630" bIns="32315">
            <a:spAutoFit/>
          </a:bodyPr>
          <a:lstStyle>
            <a:defPPr>
              <a:defRPr lang="en-GB"/>
            </a:defPPr>
            <a:lvl1pPr defTabSz="646113" eaLnBrk="1" hangingPunct="1">
              <a:spcBef>
                <a:spcPct val="50000"/>
              </a:spcBef>
              <a:defRPr sz="1400"/>
            </a:lvl1pPr>
            <a:lvl2pPr marL="742950" indent="-285750" defTabSz="646113"/>
            <a:lvl3pPr marL="1143000" indent="-228600" defTabSz="646113"/>
            <a:lvl4pPr marL="1600200" indent="-228600" defTabSz="646113"/>
            <a:lvl5pPr marL="2057400" indent="-228600" defTabSz="646113"/>
            <a:lvl6pPr marL="2514600" indent="-228600" defTabSz="646113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defTabSz="646113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defTabSz="646113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defTabSz="646113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en-GB" altLang="en-US" sz="2700" b="1" dirty="0" smtClean="0"/>
              <a:t>Variables:</a:t>
            </a:r>
          </a:p>
          <a:p>
            <a:pPr>
              <a:spcBef>
                <a:spcPts val="800"/>
              </a:spcBef>
            </a:pPr>
            <a:r>
              <a:rPr lang="en-GB" altLang="en-US" sz="2400" u="sng" dirty="0" smtClean="0"/>
              <a:t>Cycling rates</a:t>
            </a:r>
            <a:r>
              <a:rPr lang="en-GB" altLang="en-US" sz="2400" dirty="0" smtClean="0"/>
              <a:t>: % cycle to work based on </a:t>
            </a:r>
            <a:r>
              <a:rPr lang="en-GB" altLang="en-US" sz="2400" i="1" dirty="0" smtClean="0"/>
              <a:t>census </a:t>
            </a:r>
            <a:r>
              <a:rPr lang="en-GB" altLang="en-US" sz="2400" i="1" dirty="0"/>
              <a:t>data (2011</a:t>
            </a:r>
            <a:r>
              <a:rPr lang="en-GB" altLang="en-US" sz="2400" i="1" dirty="0" smtClean="0"/>
              <a:t>).</a:t>
            </a:r>
          </a:p>
          <a:p>
            <a:pPr>
              <a:spcBef>
                <a:spcPts val="800"/>
              </a:spcBef>
            </a:pPr>
            <a:r>
              <a:rPr lang="en-GB" altLang="en-US" sz="2400" u="sng" dirty="0"/>
              <a:t>C</a:t>
            </a:r>
            <a:r>
              <a:rPr lang="en-GB" altLang="en-US" sz="2400" u="sng" dirty="0" smtClean="0"/>
              <a:t>ycle tracks </a:t>
            </a:r>
            <a:r>
              <a:rPr lang="en-GB" altLang="en-US" sz="2400" dirty="0" smtClean="0"/>
              <a:t>: paths for cyclists on separated right of ways(km)/km2. </a:t>
            </a:r>
          </a:p>
          <a:p>
            <a:pPr>
              <a:spcBef>
                <a:spcPts val="800"/>
              </a:spcBef>
            </a:pPr>
            <a:r>
              <a:rPr lang="en-GB" altLang="en-US" sz="2400" u="sng" dirty="0" smtClean="0"/>
              <a:t>Cycle lanes</a:t>
            </a:r>
            <a:r>
              <a:rPr lang="en-GB" altLang="en-US" sz="2400" dirty="0" smtClean="0"/>
              <a:t>: lanes for cyclists marked on the carriageways (km)/km2.</a:t>
            </a:r>
          </a:p>
          <a:p>
            <a:pPr>
              <a:spcBef>
                <a:spcPts val="800"/>
              </a:spcBef>
            </a:pPr>
            <a:r>
              <a:rPr lang="en-GB" altLang="en-US" sz="2400" u="sng" dirty="0"/>
              <a:t>Q</a:t>
            </a:r>
            <a:r>
              <a:rPr lang="en-GB" altLang="en-US" sz="2400" u="sng" dirty="0" smtClean="0"/>
              <a:t>uiet streets </a:t>
            </a:r>
            <a:r>
              <a:rPr lang="en-GB" altLang="en-US" sz="2400" dirty="0" smtClean="0"/>
              <a:t>: 20mph roads shared with motorised vehicles (km)/km2.</a:t>
            </a:r>
          </a:p>
          <a:p>
            <a:pPr>
              <a:spcBef>
                <a:spcPts val="800"/>
              </a:spcBef>
            </a:pPr>
            <a:r>
              <a:rPr lang="en-GB" altLang="en-US" sz="2400" u="sng" dirty="0" smtClean="0"/>
              <a:t>Total cycle-friendly inf.:</a:t>
            </a:r>
            <a:r>
              <a:rPr lang="en-GB" altLang="en-US" sz="2400" dirty="0" smtClean="0"/>
              <a:t> The </a:t>
            </a:r>
            <a:r>
              <a:rPr lang="en-GB" altLang="en-US" sz="2400" dirty="0"/>
              <a:t>sum of the 3 previous </a:t>
            </a:r>
            <a:r>
              <a:rPr lang="en-GB" altLang="en-US" sz="2400" dirty="0" smtClean="0"/>
              <a:t>variables.</a:t>
            </a:r>
          </a:p>
          <a:p>
            <a:pPr>
              <a:spcBef>
                <a:spcPts val="800"/>
              </a:spcBef>
            </a:pPr>
            <a:r>
              <a:rPr lang="en-GB" sz="2400" dirty="0"/>
              <a:t>All the infrastructure data is based on </a:t>
            </a:r>
            <a:r>
              <a:rPr lang="en-GB" sz="2400" i="1" dirty="0" err="1" smtClean="0"/>
              <a:t>OpenStreetMap</a:t>
            </a:r>
            <a:r>
              <a:rPr lang="en-GB" sz="2400" i="1" dirty="0" smtClean="0"/>
              <a:t>.</a:t>
            </a:r>
            <a:endParaRPr lang="en-GB" altLang="en-US" sz="2400" dirty="0" smtClean="0"/>
          </a:p>
          <a:p>
            <a:pPr>
              <a:spcBef>
                <a:spcPts val="800"/>
              </a:spcBef>
            </a:pPr>
            <a:r>
              <a:rPr lang="en-GB" altLang="en-US" sz="2400" u="sng" dirty="0" smtClean="0"/>
              <a:t>Deprivation</a:t>
            </a:r>
            <a:r>
              <a:rPr lang="en-GB" altLang="en-US" sz="2400" dirty="0" smtClean="0"/>
              <a:t>: IMD score based </a:t>
            </a:r>
            <a:r>
              <a:rPr lang="en-GB" altLang="en-US" sz="2400" dirty="0"/>
              <a:t>on </a:t>
            </a:r>
            <a:r>
              <a:rPr lang="en-GB" altLang="en-US" sz="2400" i="1" dirty="0"/>
              <a:t>t</a:t>
            </a:r>
            <a:r>
              <a:rPr lang="en-GB" altLang="en-US" sz="2400" dirty="0"/>
              <a:t>he</a:t>
            </a:r>
            <a:r>
              <a:rPr lang="en-GB" altLang="en-US" sz="2400" i="1" dirty="0"/>
              <a:t> </a:t>
            </a:r>
            <a:r>
              <a:rPr lang="en-GB" sz="2400" i="1" dirty="0"/>
              <a:t>English indices of deprivation </a:t>
            </a:r>
            <a:r>
              <a:rPr lang="en-GB" sz="2400" i="1" dirty="0" smtClean="0"/>
              <a:t>2015.</a:t>
            </a:r>
          </a:p>
          <a:p>
            <a:pPr>
              <a:spcBef>
                <a:spcPts val="800"/>
              </a:spcBef>
            </a:pPr>
            <a:endParaRPr lang="en-GB" sz="800" i="1" dirty="0"/>
          </a:p>
        </p:txBody>
      </p:sp>
      <p:grpSp>
        <p:nvGrpSpPr>
          <p:cNvPr id="3148" name="Group 3147"/>
          <p:cNvGrpSpPr/>
          <p:nvPr/>
        </p:nvGrpSpPr>
        <p:grpSpPr>
          <a:xfrm>
            <a:off x="11592866" y="18829362"/>
            <a:ext cx="9659938" cy="5366387"/>
            <a:chOff x="11592866" y="19007591"/>
            <a:chExt cx="9659938" cy="5366387"/>
          </a:xfrm>
        </p:grpSpPr>
        <p:grpSp>
          <p:nvGrpSpPr>
            <p:cNvPr id="8207" name="Group 17"/>
            <p:cNvGrpSpPr>
              <a:grpSpLocks/>
            </p:cNvGrpSpPr>
            <p:nvPr/>
          </p:nvGrpSpPr>
          <p:grpSpPr bwMode="auto">
            <a:xfrm>
              <a:off x="11592866" y="19007591"/>
              <a:ext cx="9659938" cy="5366387"/>
              <a:chOff x="11596956" y="13327167"/>
              <a:chExt cx="9659963" cy="5366374"/>
            </a:xfrm>
          </p:grpSpPr>
          <p:grpSp>
            <p:nvGrpSpPr>
              <p:cNvPr id="8240" name="Group 13"/>
              <p:cNvGrpSpPr>
                <a:grpSpLocks/>
              </p:cNvGrpSpPr>
              <p:nvPr/>
            </p:nvGrpSpPr>
            <p:grpSpPr bwMode="auto">
              <a:xfrm>
                <a:off x="11657282" y="13327167"/>
                <a:ext cx="9599637" cy="4959337"/>
                <a:chOff x="11581159" y="13212738"/>
                <a:chExt cx="9599637" cy="4959337"/>
              </a:xfrm>
            </p:grpSpPr>
            <p:sp>
              <p:nvSpPr>
                <p:cNvPr id="3146" name="Rectangle 3145"/>
                <p:cNvSpPr/>
                <p:nvPr/>
              </p:nvSpPr>
              <p:spPr>
                <a:xfrm>
                  <a:off x="11581159" y="13212738"/>
                  <a:ext cx="9599637" cy="4959337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GB"/>
                </a:p>
              </p:txBody>
            </p:sp>
            <p:pic>
              <p:nvPicPr>
                <p:cNvPr id="8244" name="Picture 3143"/>
                <p:cNvPicPr>
                  <a:picLocks noChangeAspect="1"/>
                </p:cNvPicPr>
                <p:nvPr/>
              </p:nvPicPr>
              <p:blipFill>
                <a:blip r:embed="rId8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9709" t="2597" r="9293" b="3880"/>
                <a:stretch>
                  <a:fillRect/>
                </a:stretch>
              </p:blipFill>
              <p:spPr bwMode="auto">
                <a:xfrm>
                  <a:off x="11632198" y="13260254"/>
                  <a:ext cx="5919170" cy="48806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sp>
            <p:nvSpPr>
              <p:cNvPr id="8241" name="Text Box 18"/>
              <p:cNvSpPr txBox="1">
                <a:spLocks noChangeArrowheads="1"/>
              </p:cNvSpPr>
              <p:nvPr/>
            </p:nvSpPr>
            <p:spPr bwMode="auto">
              <a:xfrm>
                <a:off x="11596956" y="18351282"/>
                <a:ext cx="9659962" cy="34225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64630" tIns="32315" rIns="64630" bIns="32315">
                <a:spAutoFit/>
              </a:bodyPr>
              <a:lstStyle>
                <a:lvl1pPr defTabSz="646113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646113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646113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646113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646113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6461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6461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6461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6461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800" dirty="0"/>
                  <a:t>* In yellow areas with high </a:t>
                </a:r>
                <a:r>
                  <a:rPr lang="en-GB" altLang="en-US" sz="1800" dirty="0" smtClean="0"/>
                  <a:t>deprivation </a:t>
                </a:r>
                <a:r>
                  <a:rPr lang="en-GB" altLang="en-US" sz="1800" dirty="0"/>
                  <a:t>and </a:t>
                </a:r>
                <a:r>
                  <a:rPr lang="en-GB" altLang="en-US" sz="1800" dirty="0" smtClean="0"/>
                  <a:t>low provision of total cycle-friendly infrastructure.</a:t>
                </a:r>
                <a:endParaRPr lang="en-GB" altLang="en-US" sz="1800" dirty="0"/>
              </a:p>
            </p:txBody>
          </p:sp>
        </p:grpSp>
        <p:pic>
          <p:nvPicPr>
            <p:cNvPr id="3137" name="Picture 3136"/>
            <p:cNvPicPr>
              <a:picLocks noChangeAspect="1"/>
            </p:cNvPicPr>
            <p:nvPr/>
          </p:nvPicPr>
          <p:blipFill>
            <a:blip r:embed="rId9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706567" y="19068385"/>
              <a:ext cx="3402222" cy="2430159"/>
            </a:xfrm>
            <a:prstGeom prst="rect">
              <a:avLst/>
            </a:prstGeom>
          </p:spPr>
        </p:pic>
        <p:pic>
          <p:nvPicPr>
            <p:cNvPr id="3138" name="Picture 3137"/>
            <p:cNvPicPr>
              <a:picLocks noChangeAspect="1"/>
            </p:cNvPicPr>
            <p:nvPr/>
          </p:nvPicPr>
          <p:blipFill>
            <a:blip r:embed="rId10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666918" y="21422107"/>
              <a:ext cx="3168352" cy="2534681"/>
            </a:xfrm>
            <a:prstGeom prst="rect">
              <a:avLst/>
            </a:prstGeom>
          </p:spPr>
        </p:pic>
      </p:grpSp>
      <p:pic>
        <p:nvPicPr>
          <p:cNvPr id="3144" name="Picture 3143"/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32" r="6396"/>
          <a:stretch/>
        </p:blipFill>
        <p:spPr>
          <a:xfrm>
            <a:off x="11650902" y="6676852"/>
            <a:ext cx="6437627" cy="4951710"/>
          </a:xfrm>
          <a:prstGeom prst="rect">
            <a:avLst/>
          </a:prstGeom>
        </p:spPr>
      </p:pic>
      <p:grpSp>
        <p:nvGrpSpPr>
          <p:cNvPr id="3147" name="Group 3146"/>
          <p:cNvGrpSpPr/>
          <p:nvPr/>
        </p:nvGrpSpPr>
        <p:grpSpPr>
          <a:xfrm>
            <a:off x="11653192" y="12636674"/>
            <a:ext cx="9599612" cy="4957763"/>
            <a:chOff x="11580813" y="13572778"/>
            <a:chExt cx="9599612" cy="4957763"/>
          </a:xfrm>
        </p:grpSpPr>
        <p:sp>
          <p:nvSpPr>
            <p:cNvPr id="64" name="Rectangle 63"/>
            <p:cNvSpPr/>
            <p:nvPr/>
          </p:nvSpPr>
          <p:spPr bwMode="auto">
            <a:xfrm>
              <a:off x="11580813" y="13572778"/>
              <a:ext cx="9599612" cy="495776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pic>
          <p:nvPicPr>
            <p:cNvPr id="3139" name="Picture 3138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42229" y="13572778"/>
              <a:ext cx="3617999" cy="2412000"/>
            </a:xfrm>
            <a:prstGeom prst="rect">
              <a:avLst/>
            </a:prstGeom>
          </p:spPr>
        </p:pic>
        <p:pic>
          <p:nvPicPr>
            <p:cNvPr id="3141" name="Picture 3140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08400" y="13572778"/>
              <a:ext cx="3618000" cy="2412000"/>
            </a:xfrm>
            <a:prstGeom prst="rect">
              <a:avLst/>
            </a:prstGeom>
          </p:spPr>
        </p:pic>
        <p:pic>
          <p:nvPicPr>
            <p:cNvPr id="3142" name="Picture 3141"/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38753" y="16093058"/>
              <a:ext cx="3621475" cy="2414317"/>
            </a:xfrm>
            <a:prstGeom prst="rect">
              <a:avLst/>
            </a:prstGeom>
          </p:spPr>
        </p:pic>
        <p:pic>
          <p:nvPicPr>
            <p:cNvPr id="3145" name="Picture 3144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48348" y="16093058"/>
              <a:ext cx="3618000" cy="2412000"/>
            </a:xfrm>
            <a:prstGeom prst="rect">
              <a:avLst/>
            </a:prstGeom>
          </p:spPr>
        </p:pic>
      </p:grpSp>
      <p:sp>
        <p:nvSpPr>
          <p:cNvPr id="91" name="Text Box 75"/>
          <p:cNvSpPr txBox="1">
            <a:spLocks noChangeArrowheads="1"/>
          </p:cNvSpPr>
          <p:nvPr/>
        </p:nvSpPr>
        <p:spPr bwMode="auto">
          <a:xfrm>
            <a:off x="1214464" y="30494658"/>
            <a:ext cx="10598150" cy="1050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4630" tIns="32315" rIns="64630" bIns="32315">
            <a:spAutoFit/>
          </a:bodyPr>
          <a:lstStyle>
            <a:lvl1pPr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</a:pPr>
            <a:r>
              <a:rPr lang="en-GB" altLang="en-US" sz="1800" dirty="0">
                <a:solidFill>
                  <a:srgbClr val="01835F"/>
                </a:solidFill>
              </a:rPr>
              <a:t>Email: </a:t>
            </a:r>
            <a:r>
              <a:rPr lang="en-GB" altLang="en-US" sz="1800" dirty="0">
                <a:solidFill>
                  <a:srgbClr val="01835F"/>
                </a:solidFill>
                <a:hlinkClick r:id="rId16"/>
              </a:rPr>
              <a:t>ts16evt@leeds.ac.uk</a:t>
            </a:r>
            <a:r>
              <a:rPr lang="en-GB" altLang="en-US" sz="1800" dirty="0">
                <a:solidFill>
                  <a:srgbClr val="01835F"/>
                </a:solidFill>
              </a:rPr>
              <a:t> 	 Website: </a:t>
            </a:r>
            <a:r>
              <a:rPr lang="en-GB" altLang="en-US" sz="1800" dirty="0">
                <a:hlinkClick r:id="rId17"/>
              </a:rPr>
              <a:t>https://eugenividal.github.io/</a:t>
            </a:r>
            <a:endParaRPr lang="en-GB" altLang="en-US" sz="1800" dirty="0"/>
          </a:p>
          <a:p>
            <a:pPr eaLnBrk="1" hangingPunct="1">
              <a:spcBef>
                <a:spcPts val="600"/>
              </a:spcBef>
            </a:pPr>
            <a:r>
              <a:rPr lang="en-GB" altLang="en-US" sz="1800" dirty="0">
                <a:solidFill>
                  <a:srgbClr val="01835F"/>
                </a:solidFill>
              </a:rPr>
              <a:t>Digital report: </a:t>
            </a:r>
            <a:r>
              <a:rPr lang="en-GB" altLang="en-US" sz="1800" dirty="0">
                <a:solidFill>
                  <a:srgbClr val="01835F"/>
                </a:solidFill>
                <a:hlinkClick r:id="rId18"/>
              </a:rPr>
              <a:t>https://eugenividal.github.io/docs/CyclingDeprivedAreasSLP-Report.html</a:t>
            </a:r>
            <a:endParaRPr lang="en-GB" altLang="en-US" sz="1800" dirty="0">
              <a:solidFill>
                <a:srgbClr val="01835F"/>
              </a:solidFill>
            </a:endParaRPr>
          </a:p>
          <a:p>
            <a:pPr eaLnBrk="1" hangingPunct="1">
              <a:spcBef>
                <a:spcPts val="600"/>
              </a:spcBef>
            </a:pPr>
            <a:r>
              <a:rPr lang="en-GB" altLang="en-US" sz="1800" dirty="0">
                <a:solidFill>
                  <a:srgbClr val="01835F"/>
                </a:solidFill>
              </a:rPr>
              <a:t>Digital poster: </a:t>
            </a:r>
            <a:r>
              <a:rPr lang="en-GB" altLang="en-US" sz="1800" dirty="0">
                <a:solidFill>
                  <a:srgbClr val="01835F"/>
                </a:solidFill>
                <a:hlinkClick r:id="rId19"/>
              </a:rPr>
              <a:t>https://eugenividal.github.io/docs/CyclingDeprivedAreasSLP-Poster.pptx</a:t>
            </a:r>
            <a:endParaRPr lang="en-GB" altLang="en-US" sz="1800" dirty="0">
              <a:solidFill>
                <a:srgbClr val="01835F"/>
              </a:solidFill>
            </a:endParaRPr>
          </a:p>
        </p:txBody>
      </p:sp>
      <p:sp>
        <p:nvSpPr>
          <p:cNvPr id="93" name="Text Box 49"/>
          <p:cNvSpPr txBox="1">
            <a:spLocks noChangeArrowheads="1"/>
          </p:cNvSpPr>
          <p:nvPr/>
        </p:nvSpPr>
        <p:spPr bwMode="auto">
          <a:xfrm>
            <a:off x="11546250" y="17902326"/>
            <a:ext cx="10786674" cy="9270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4630" tIns="32315" rIns="64630" bIns="32315">
            <a:spAutoFit/>
          </a:bodyPr>
          <a:lstStyle>
            <a:lvl1pPr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46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46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800" dirty="0">
                <a:solidFill>
                  <a:srgbClr val="FE9914"/>
                </a:solidFill>
              </a:rPr>
              <a:t>3. </a:t>
            </a:r>
            <a:r>
              <a:rPr lang="en-GB" altLang="en-US" sz="2800" dirty="0" smtClean="0">
                <a:solidFill>
                  <a:srgbClr val="FE9914"/>
                </a:solidFill>
              </a:rPr>
              <a:t>Identification of areas </a:t>
            </a:r>
            <a:r>
              <a:rPr lang="en-GB" altLang="en-US" sz="2800" dirty="0">
                <a:solidFill>
                  <a:srgbClr val="FE9914"/>
                </a:solidFill>
              </a:rPr>
              <a:t>to </a:t>
            </a:r>
            <a:r>
              <a:rPr lang="en-GB" altLang="en-US" sz="2800" dirty="0" smtClean="0">
                <a:solidFill>
                  <a:srgbClr val="FE9914"/>
                </a:solidFill>
              </a:rPr>
              <a:t>increase cycle-friendly infrastructure provision</a:t>
            </a:r>
            <a:endParaRPr lang="en-GB" altLang="en-US" dirty="0">
              <a:solidFill>
                <a:srgbClr val="FE9914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8653</TotalTime>
  <Words>529</Words>
  <Application>Microsoft Office PowerPoint</Application>
  <PresentationFormat>Custom</PresentationFormat>
  <Paragraphs>57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Calisto MT</vt:lpstr>
      <vt:lpstr>Trebuchet MS</vt:lpstr>
      <vt:lpstr>Wingdings 2</vt:lpstr>
      <vt:lpstr>Slate</vt:lpstr>
      <vt:lpstr>PowerPoint Presentation</vt:lpstr>
    </vt:vector>
  </TitlesOfParts>
  <Company>Imperial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Kate Fielding</dc:creator>
  <cp:lastModifiedBy>Eugeni Vidal Tortosa [ts16evt]</cp:lastModifiedBy>
  <cp:revision>301</cp:revision>
  <cp:lastPrinted>2018-09-03T10:32:37Z</cp:lastPrinted>
  <dcterms:created xsi:type="dcterms:W3CDTF">2003-03-17T12:59:41Z</dcterms:created>
  <dcterms:modified xsi:type="dcterms:W3CDTF">2018-09-03T10:38:39Z</dcterms:modified>
</cp:coreProperties>
</file>